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2" r:id="rId9"/>
    <p:sldId id="273" r:id="rId10"/>
    <p:sldId id="274" r:id="rId11"/>
    <p:sldId id="277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F10C"/>
    <a:srgbClr val="00CC00"/>
    <a:srgbClr val="008200"/>
    <a:srgbClr val="00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AC232B-747B-F60A-6395-18A57DC5CFCA}" v="128" dt="2026-04-12T15:20:47.131"/>
    <p1510:client id="{D9FD541B-B580-923B-DF89-3504367398DF}" v="741" dt="2026-04-12T16:24:12.388"/>
    <p1510:client id="{DD9FBD9F-EC8B-4452-A4DB-38C7B2337E72}" v="31" dt="2026-04-12T15:25:21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75" autoAdjust="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kas Miklós Tibor 171" userId="S::farmik171@hengersor.hu::18dfe6a4-9a0c-4bae-84a3-c95ba408505f" providerId="AD" clId="Web-{D9FD541B-B580-923B-DF89-3504367398DF}"/>
    <pc:docChg chg="addSld modSld sldOrd">
      <pc:chgData name="Farkas Miklós Tibor 171" userId="S::farmik171@hengersor.hu::18dfe6a4-9a0c-4bae-84a3-c95ba408505f" providerId="AD" clId="Web-{D9FD541B-B580-923B-DF89-3504367398DF}" dt="2026-04-12T16:24:12.388" v="538" actId="1076"/>
      <pc:docMkLst>
        <pc:docMk/>
      </pc:docMkLst>
      <pc:sldChg chg="modSp">
        <pc:chgData name="Farkas Miklós Tibor 171" userId="S::farmik171@hengersor.hu::18dfe6a4-9a0c-4bae-84a3-c95ba408505f" providerId="AD" clId="Web-{D9FD541B-B580-923B-DF89-3504367398DF}" dt="2026-04-12T15:59:34.587" v="255" actId="20577"/>
        <pc:sldMkLst>
          <pc:docMk/>
          <pc:sldMk cId="772907178" sldId="257"/>
        </pc:sldMkLst>
        <pc:spChg chg="mod">
          <ac:chgData name="Farkas Miklós Tibor 171" userId="S::farmik171@hengersor.hu::18dfe6a4-9a0c-4bae-84a3-c95ba408505f" providerId="AD" clId="Web-{D9FD541B-B580-923B-DF89-3504367398DF}" dt="2026-04-12T15:59:34.587" v="255" actId="20577"/>
          <ac:spMkLst>
            <pc:docMk/>
            <pc:sldMk cId="772907178" sldId="257"/>
            <ac:spMk id="7" creationId="{BB60E4A7-BDC7-4213-A8A0-5A59846A409A}"/>
          </ac:spMkLst>
        </pc:spChg>
      </pc:sldChg>
      <pc:sldChg chg="add ord">
        <pc:chgData name="Farkas Miklós Tibor 171" userId="S::farmik171@hengersor.hu::18dfe6a4-9a0c-4bae-84a3-c95ba408505f" providerId="AD" clId="Web-{D9FD541B-B580-923B-DF89-3504367398DF}" dt="2026-04-12T15:28:59.821" v="5"/>
        <pc:sldMkLst>
          <pc:docMk/>
          <pc:sldMk cId="3786818564" sldId="260"/>
        </pc:sldMkLst>
      </pc:sldChg>
      <pc:sldChg chg="modSp add">
        <pc:chgData name="Farkas Miklós Tibor 171" userId="S::farmik171@hengersor.hu::18dfe6a4-9a0c-4bae-84a3-c95ba408505f" providerId="AD" clId="Web-{D9FD541B-B580-923B-DF89-3504367398DF}" dt="2026-04-12T15:31:59.103" v="94" actId="20577"/>
        <pc:sldMkLst>
          <pc:docMk/>
          <pc:sldMk cId="1506197516" sldId="262"/>
        </pc:sldMkLst>
        <pc:spChg chg="mod">
          <ac:chgData name="Farkas Miklós Tibor 171" userId="S::farmik171@hengersor.hu::18dfe6a4-9a0c-4bae-84a3-c95ba408505f" providerId="AD" clId="Web-{D9FD541B-B580-923B-DF89-3504367398DF}" dt="2026-04-12T15:31:59.103" v="94" actId="20577"/>
          <ac:spMkLst>
            <pc:docMk/>
            <pc:sldMk cId="1506197516" sldId="262"/>
            <ac:spMk id="2" creationId="{A02F74C0-95C9-24F7-9333-20F44CD5E6E1}"/>
          </ac:spMkLst>
        </pc:spChg>
      </pc:sldChg>
      <pc:sldChg chg="modSp">
        <pc:chgData name="Farkas Miklós Tibor 171" userId="S::farmik171@hengersor.hu::18dfe6a4-9a0c-4bae-84a3-c95ba408505f" providerId="AD" clId="Web-{D9FD541B-B580-923B-DF89-3504367398DF}" dt="2026-04-12T16:24:12.388" v="538" actId="1076"/>
        <pc:sldMkLst>
          <pc:docMk/>
          <pc:sldMk cId="4059739650" sldId="272"/>
        </pc:sldMkLst>
        <pc:spChg chg="mod">
          <ac:chgData name="Farkas Miklós Tibor 171" userId="S::farmik171@hengersor.hu::18dfe6a4-9a0c-4bae-84a3-c95ba408505f" providerId="AD" clId="Web-{D9FD541B-B580-923B-DF89-3504367398DF}" dt="2026-04-12T15:25:57.257" v="0" actId="14100"/>
          <ac:spMkLst>
            <pc:docMk/>
            <pc:sldMk cId="4059739650" sldId="272"/>
            <ac:spMk id="4" creationId="{DECD01B4-FC90-7BBB-35DB-90164FE56B42}"/>
          </ac:spMkLst>
        </pc:spChg>
        <pc:spChg chg="mod">
          <ac:chgData name="Farkas Miklós Tibor 171" userId="S::farmik171@hengersor.hu::18dfe6a4-9a0c-4bae-84a3-c95ba408505f" providerId="AD" clId="Web-{D9FD541B-B580-923B-DF89-3504367398DF}" dt="2026-04-12T16:24:12.388" v="538" actId="1076"/>
          <ac:spMkLst>
            <pc:docMk/>
            <pc:sldMk cId="4059739650" sldId="272"/>
            <ac:spMk id="8" creationId="{51A41DDC-3521-4428-F7E2-AE00CA484243}"/>
          </ac:spMkLst>
        </pc:spChg>
      </pc:sldChg>
      <pc:sldChg chg="addSp delSp modSp add replId modNotes">
        <pc:chgData name="Farkas Miklós Tibor 171" userId="S::farmik171@hengersor.hu::18dfe6a4-9a0c-4bae-84a3-c95ba408505f" providerId="AD" clId="Web-{D9FD541B-B580-923B-DF89-3504367398DF}" dt="2026-04-12T16:17:25.253" v="459"/>
        <pc:sldMkLst>
          <pc:docMk/>
          <pc:sldMk cId="2672626487" sldId="273"/>
        </pc:sldMkLst>
        <pc:spChg chg="mod">
          <ac:chgData name="Farkas Miklós Tibor 171" userId="S::farmik171@hengersor.hu::18dfe6a4-9a0c-4bae-84a3-c95ba408505f" providerId="AD" clId="Web-{D9FD541B-B580-923B-DF89-3504367398DF}" dt="2026-04-12T15:39:49.676" v="155" actId="1076"/>
          <ac:spMkLst>
            <pc:docMk/>
            <pc:sldMk cId="2672626487" sldId="273"/>
            <ac:spMk id="2" creationId="{D839A58D-3CBE-60FE-DA20-D2F7340AD175}"/>
          </ac:spMkLst>
        </pc:spChg>
        <pc:spChg chg="del mod">
          <ac:chgData name="Farkas Miklós Tibor 171" userId="S::farmik171@hengersor.hu::18dfe6a4-9a0c-4bae-84a3-c95ba408505f" providerId="AD" clId="Web-{D9FD541B-B580-923B-DF89-3504367398DF}" dt="2026-04-12T15:39:13.925" v="143"/>
          <ac:spMkLst>
            <pc:docMk/>
            <pc:sldMk cId="2672626487" sldId="273"/>
            <ac:spMk id="4" creationId="{9C0D7461-1F97-3FE8-C34F-C6E3CEF4AE54}"/>
          </ac:spMkLst>
        </pc:spChg>
        <pc:spChg chg="mod">
          <ac:chgData name="Farkas Miklós Tibor 171" userId="S::farmik171@hengersor.hu::18dfe6a4-9a0c-4bae-84a3-c95ba408505f" providerId="AD" clId="Web-{D9FD541B-B580-923B-DF89-3504367398DF}" dt="2026-04-12T15:39:39.207" v="152" actId="1076"/>
          <ac:spMkLst>
            <pc:docMk/>
            <pc:sldMk cId="2672626487" sldId="273"/>
            <ac:spMk id="6" creationId="{6631FC1A-ED6B-1761-7679-E24788132265}"/>
          </ac:spMkLst>
        </pc:spChg>
        <pc:spChg chg="mod">
          <ac:chgData name="Farkas Miklós Tibor 171" userId="S::farmik171@hengersor.hu::18dfe6a4-9a0c-4bae-84a3-c95ba408505f" providerId="AD" clId="Web-{D9FD541B-B580-923B-DF89-3504367398DF}" dt="2026-04-12T16:16:41.033" v="454" actId="1076"/>
          <ac:spMkLst>
            <pc:docMk/>
            <pc:sldMk cId="2672626487" sldId="273"/>
            <ac:spMk id="8" creationId="{333F52F3-0399-C7F5-6958-A9C6AA8372C2}"/>
          </ac:spMkLst>
        </pc:spChg>
        <pc:spChg chg="add mod">
          <ac:chgData name="Farkas Miklós Tibor 171" userId="S::farmik171@hengersor.hu::18dfe6a4-9a0c-4bae-84a3-c95ba408505f" providerId="AD" clId="Web-{D9FD541B-B580-923B-DF89-3504367398DF}" dt="2026-04-12T15:39:33.269" v="149"/>
          <ac:spMkLst>
            <pc:docMk/>
            <pc:sldMk cId="2672626487" sldId="273"/>
            <ac:spMk id="9" creationId="{E759B48B-11B4-D516-6B9D-152AF792A62B}"/>
          </ac:spMkLst>
        </pc:spChg>
        <pc:picChg chg="del">
          <ac:chgData name="Farkas Miklós Tibor 171" userId="S::farmik171@hengersor.hu::18dfe6a4-9a0c-4bae-84a3-c95ba408505f" providerId="AD" clId="Web-{D9FD541B-B580-923B-DF89-3504367398DF}" dt="2026-04-12T15:36:48.577" v="115"/>
          <ac:picMkLst>
            <pc:docMk/>
            <pc:sldMk cId="2672626487" sldId="273"/>
            <ac:picMk id="3" creationId="{216E80F6-9413-4B08-5A19-4DDECA03CE9D}"/>
          </ac:picMkLst>
        </pc:picChg>
        <pc:picChg chg="mod">
          <ac:chgData name="Farkas Miklós Tibor 171" userId="S::farmik171@hengersor.hu::18dfe6a4-9a0c-4bae-84a3-c95ba408505f" providerId="AD" clId="Web-{D9FD541B-B580-923B-DF89-3504367398DF}" dt="2026-04-12T15:37:55.643" v="125" actId="1076"/>
          <ac:picMkLst>
            <pc:docMk/>
            <pc:sldMk cId="2672626487" sldId="273"/>
            <ac:picMk id="5" creationId="{4C6DE3D0-545A-D129-C998-406987A6392A}"/>
          </ac:picMkLst>
        </pc:picChg>
        <pc:picChg chg="add mod">
          <ac:chgData name="Farkas Miklós Tibor 171" userId="S::farmik171@hengersor.hu::18dfe6a4-9a0c-4bae-84a3-c95ba408505f" providerId="AD" clId="Web-{D9FD541B-B580-923B-DF89-3504367398DF}" dt="2026-04-12T15:39:11.035" v="139" actId="14100"/>
          <ac:picMkLst>
            <pc:docMk/>
            <pc:sldMk cId="2672626487" sldId="273"/>
            <ac:picMk id="7" creationId="{F4F62F98-FCDD-71B3-DDD2-A9280497D9F3}"/>
          </ac:picMkLst>
        </pc:picChg>
      </pc:sldChg>
      <pc:sldChg chg="addSp delSp modSp add replId">
        <pc:chgData name="Farkas Miklós Tibor 171" userId="S::farmik171@hengersor.hu::18dfe6a4-9a0c-4bae-84a3-c95ba408505f" providerId="AD" clId="Web-{D9FD541B-B580-923B-DF89-3504367398DF}" dt="2026-04-12T16:01:11.963" v="272" actId="14100"/>
        <pc:sldMkLst>
          <pc:docMk/>
          <pc:sldMk cId="2110612215" sldId="274"/>
        </pc:sldMkLst>
        <pc:spChg chg="mod">
          <ac:chgData name="Farkas Miklós Tibor 171" userId="S::farmik171@hengersor.hu::18dfe6a4-9a0c-4bae-84a3-c95ba408505f" providerId="AD" clId="Web-{D9FD541B-B580-923B-DF89-3504367398DF}" dt="2026-04-12T15:42:24.056" v="162" actId="1076"/>
          <ac:spMkLst>
            <pc:docMk/>
            <pc:sldMk cId="2110612215" sldId="274"/>
            <ac:spMk id="2" creationId="{870223A3-0DA1-513B-579D-83EF4A00FE48}"/>
          </ac:spMkLst>
        </pc:spChg>
        <pc:spChg chg="del">
          <ac:chgData name="Farkas Miklós Tibor 171" userId="S::farmik171@hengersor.hu::18dfe6a4-9a0c-4bae-84a3-c95ba408505f" providerId="AD" clId="Web-{D9FD541B-B580-923B-DF89-3504367398DF}" dt="2026-04-12T15:42:27.306" v="165"/>
          <ac:spMkLst>
            <pc:docMk/>
            <pc:sldMk cId="2110612215" sldId="274"/>
            <ac:spMk id="6" creationId="{E3722B54-D017-8DA1-0C86-1D8A3F68DFA9}"/>
          </ac:spMkLst>
        </pc:spChg>
        <pc:spChg chg="del mod">
          <ac:chgData name="Farkas Miklós Tibor 171" userId="S::farmik171@hengersor.hu::18dfe6a4-9a0c-4bae-84a3-c95ba408505f" providerId="AD" clId="Web-{D9FD541B-B580-923B-DF89-3504367398DF}" dt="2026-04-12T15:42:30.322" v="167"/>
          <ac:spMkLst>
            <pc:docMk/>
            <pc:sldMk cId="2110612215" sldId="274"/>
            <ac:spMk id="8" creationId="{97639AE4-7549-62D8-6F32-6D023284C0BD}"/>
          </ac:spMkLst>
        </pc:spChg>
        <pc:spChg chg="del">
          <ac:chgData name="Farkas Miklós Tibor 171" userId="S::farmik171@hengersor.hu::18dfe6a4-9a0c-4bae-84a3-c95ba408505f" providerId="AD" clId="Web-{D9FD541B-B580-923B-DF89-3504367398DF}" dt="2026-04-12T15:42:26.962" v="164"/>
          <ac:spMkLst>
            <pc:docMk/>
            <pc:sldMk cId="2110612215" sldId="274"/>
            <ac:spMk id="9" creationId="{C1E6C0B2-979D-B47D-1BAF-5B2EB9AA423F}"/>
          </ac:spMkLst>
        </pc:spChg>
        <pc:spChg chg="add mod">
          <ac:chgData name="Farkas Miklós Tibor 171" userId="S::farmik171@hengersor.hu::18dfe6a4-9a0c-4bae-84a3-c95ba408505f" providerId="AD" clId="Web-{D9FD541B-B580-923B-DF89-3504367398DF}" dt="2026-04-12T16:00:26.760" v="260"/>
          <ac:spMkLst>
            <pc:docMk/>
            <pc:sldMk cId="2110612215" sldId="274"/>
            <ac:spMk id="11" creationId="{4FC5E73B-AFB1-FEBC-1B57-FD685B3E837B}"/>
          </ac:spMkLst>
        </pc:spChg>
        <pc:spChg chg="add mod">
          <ac:chgData name="Farkas Miklós Tibor 171" userId="S::farmik171@hengersor.hu::18dfe6a4-9a0c-4bae-84a3-c95ba408505f" providerId="AD" clId="Web-{D9FD541B-B580-923B-DF89-3504367398DF}" dt="2026-04-12T16:00:46.885" v="268" actId="1076"/>
          <ac:spMkLst>
            <pc:docMk/>
            <pc:sldMk cId="2110612215" sldId="274"/>
            <ac:spMk id="12" creationId="{DFE0D0EE-5142-EC19-0E49-CBD2A3CC61F7}"/>
          </ac:spMkLst>
        </pc:spChg>
        <pc:spChg chg="add mod">
          <ac:chgData name="Farkas Miklós Tibor 171" userId="S::farmik171@hengersor.hu::18dfe6a4-9a0c-4bae-84a3-c95ba408505f" providerId="AD" clId="Web-{D9FD541B-B580-923B-DF89-3504367398DF}" dt="2026-04-12T16:01:11.963" v="272" actId="14100"/>
          <ac:spMkLst>
            <pc:docMk/>
            <pc:sldMk cId="2110612215" sldId="274"/>
            <ac:spMk id="13" creationId="{F385E0BE-CDB1-E4EE-FF20-D479C2DD0CFB}"/>
          </ac:spMkLst>
        </pc:spChg>
        <pc:picChg chg="add mod">
          <ac:chgData name="Farkas Miklós Tibor 171" userId="S::farmik171@hengersor.hu::18dfe6a4-9a0c-4bae-84a3-c95ba408505f" providerId="AD" clId="Web-{D9FD541B-B580-923B-DF89-3504367398DF}" dt="2026-04-12T15:58:26.024" v="252" actId="1076"/>
          <ac:picMkLst>
            <pc:docMk/>
            <pc:sldMk cId="2110612215" sldId="274"/>
            <ac:picMk id="3" creationId="{4AAF964F-2744-E478-34AB-F62A605655FD}"/>
          </ac:picMkLst>
        </pc:picChg>
        <pc:picChg chg="add mod">
          <ac:chgData name="Farkas Miklós Tibor 171" userId="S::farmik171@hengersor.hu::18dfe6a4-9a0c-4bae-84a3-c95ba408505f" providerId="AD" clId="Web-{D9FD541B-B580-923B-DF89-3504367398DF}" dt="2026-04-12T16:00:39.947" v="264" actId="1076"/>
          <ac:picMkLst>
            <pc:docMk/>
            <pc:sldMk cId="2110612215" sldId="274"/>
            <ac:picMk id="4" creationId="{BAD07F06-6893-36B2-0E87-76CEA8C499BC}"/>
          </ac:picMkLst>
        </pc:picChg>
        <pc:picChg chg="mod">
          <ac:chgData name="Farkas Miklós Tibor 171" userId="S::farmik171@hengersor.hu::18dfe6a4-9a0c-4bae-84a3-c95ba408505f" providerId="AD" clId="Web-{D9FD541B-B580-923B-DF89-3504367398DF}" dt="2026-04-12T16:00:43.869" v="266" actId="1076"/>
          <ac:picMkLst>
            <pc:docMk/>
            <pc:sldMk cId="2110612215" sldId="274"/>
            <ac:picMk id="5" creationId="{8847383B-AF26-80AA-D469-DA13B5CD74B3}"/>
          </ac:picMkLst>
        </pc:picChg>
        <pc:picChg chg="del">
          <ac:chgData name="Farkas Miklós Tibor 171" userId="S::farmik171@hengersor.hu::18dfe6a4-9a0c-4bae-84a3-c95ba408505f" providerId="AD" clId="Web-{D9FD541B-B580-923B-DF89-3504367398DF}" dt="2026-04-12T15:42:25.775" v="163"/>
          <ac:picMkLst>
            <pc:docMk/>
            <pc:sldMk cId="2110612215" sldId="274"/>
            <ac:picMk id="7" creationId="{292663B6-2E9D-D8DF-A416-CC529CF080F8}"/>
          </ac:picMkLst>
        </pc:picChg>
        <pc:picChg chg="add mod">
          <ac:chgData name="Farkas Miklós Tibor 171" userId="S::farmik171@hengersor.hu::18dfe6a4-9a0c-4bae-84a3-c95ba408505f" providerId="AD" clId="Web-{D9FD541B-B580-923B-DF89-3504367398DF}" dt="2026-04-12T15:58:23.649" v="251" actId="1076"/>
          <ac:picMkLst>
            <pc:docMk/>
            <pc:sldMk cId="2110612215" sldId="274"/>
            <ac:picMk id="10" creationId="{910E66C0-B067-6BBD-02EB-95C38577EC26}"/>
          </ac:picMkLst>
        </pc:picChg>
      </pc:sldChg>
      <pc:sldChg chg="addSp delSp modSp add ord replId">
        <pc:chgData name="Farkas Miklós Tibor 171" userId="S::farmik171@hengersor.hu::18dfe6a4-9a0c-4bae-84a3-c95ba408505f" providerId="AD" clId="Web-{D9FD541B-B580-923B-DF89-3504367398DF}" dt="2026-04-12T16:21:22.322" v="494" actId="20577"/>
        <pc:sldMkLst>
          <pc:docMk/>
          <pc:sldMk cId="3756856892" sldId="275"/>
        </pc:sldMkLst>
        <pc:spChg chg="mod">
          <ac:chgData name="Farkas Miklós Tibor 171" userId="S::farmik171@hengersor.hu::18dfe6a4-9a0c-4bae-84a3-c95ba408505f" providerId="AD" clId="Web-{D9FD541B-B580-923B-DF89-3504367398DF}" dt="2026-04-12T15:44:30.012" v="179" actId="20577"/>
          <ac:spMkLst>
            <pc:docMk/>
            <pc:sldMk cId="3756856892" sldId="275"/>
            <ac:spMk id="2" creationId="{159DAE13-FAA4-C78C-0AB8-8EC7D6A1D5C3}"/>
          </ac:spMkLst>
        </pc:spChg>
        <pc:spChg chg="add del">
          <ac:chgData name="Farkas Miklós Tibor 171" userId="S::farmik171@hengersor.hu::18dfe6a4-9a0c-4bae-84a3-c95ba408505f" providerId="AD" clId="Web-{D9FD541B-B580-923B-DF89-3504367398DF}" dt="2026-04-12T15:44:42.168" v="183"/>
          <ac:spMkLst>
            <pc:docMk/>
            <pc:sldMk cId="3756856892" sldId="275"/>
            <ac:spMk id="4" creationId="{7F0E5D33-F493-3436-2833-92717197475B}"/>
          </ac:spMkLst>
        </pc:spChg>
        <pc:spChg chg="add del">
          <ac:chgData name="Farkas Miklós Tibor 171" userId="S::farmik171@hengersor.hu::18dfe6a4-9a0c-4bae-84a3-c95ba408505f" providerId="AD" clId="Web-{D9FD541B-B580-923B-DF89-3504367398DF}" dt="2026-04-12T15:44:40.949" v="182"/>
          <ac:spMkLst>
            <pc:docMk/>
            <pc:sldMk cId="3756856892" sldId="275"/>
            <ac:spMk id="7" creationId="{2A1FEC7F-B9A8-BC99-E79C-EA6032EFC08F}"/>
          </ac:spMkLst>
        </pc:spChg>
        <pc:spChg chg="add mod">
          <ac:chgData name="Farkas Miklós Tibor 171" userId="S::farmik171@hengersor.hu::18dfe6a4-9a0c-4bae-84a3-c95ba408505f" providerId="AD" clId="Web-{D9FD541B-B580-923B-DF89-3504367398DF}" dt="2026-04-12T15:44:50.262" v="185" actId="1076"/>
          <ac:spMkLst>
            <pc:docMk/>
            <pc:sldMk cId="3756856892" sldId="275"/>
            <ac:spMk id="9" creationId="{A3F1B03C-D66C-A957-BCBA-B93C7A606E51}"/>
          </ac:spMkLst>
        </pc:spChg>
        <pc:spChg chg="add mod">
          <ac:chgData name="Farkas Miklós Tibor 171" userId="S::farmik171@hengersor.hu::18dfe6a4-9a0c-4bae-84a3-c95ba408505f" providerId="AD" clId="Web-{D9FD541B-B580-923B-DF89-3504367398DF}" dt="2026-04-12T16:21:22.322" v="494" actId="20577"/>
          <ac:spMkLst>
            <pc:docMk/>
            <pc:sldMk cId="3756856892" sldId="275"/>
            <ac:spMk id="11" creationId="{F4567934-CAC1-FF63-0CBD-C6AD60624F29}"/>
          </ac:spMkLst>
        </pc:spChg>
        <pc:picChg chg="add del mod">
          <ac:chgData name="Farkas Miklós Tibor 171" userId="S::farmik171@hengersor.hu::18dfe6a4-9a0c-4bae-84a3-c95ba408505f" providerId="AD" clId="Web-{D9FD541B-B580-923B-DF89-3504367398DF}" dt="2026-04-12T16:19:33.865" v="472"/>
          <ac:picMkLst>
            <pc:docMk/>
            <pc:sldMk cId="3756856892" sldId="275"/>
            <ac:picMk id="12" creationId="{B68D1548-2F20-245F-3280-53A53A69C00D}"/>
          </ac:picMkLst>
        </pc:picChg>
        <pc:picChg chg="add mod modCrop">
          <ac:chgData name="Farkas Miklós Tibor 171" userId="S::farmik171@hengersor.hu::18dfe6a4-9a0c-4bae-84a3-c95ba408505f" providerId="AD" clId="Web-{D9FD541B-B580-923B-DF89-3504367398DF}" dt="2026-04-12T16:21:02.727" v="486" actId="1076"/>
          <ac:picMkLst>
            <pc:docMk/>
            <pc:sldMk cId="3756856892" sldId="275"/>
            <ac:picMk id="13" creationId="{4F0DF4D4-4FCB-E154-A46C-C3D07ADB59AF}"/>
          </ac:picMkLst>
        </pc:picChg>
      </pc:sldChg>
      <pc:sldChg chg="delSp modSp add ord replId">
        <pc:chgData name="Farkas Miklós Tibor 171" userId="S::farmik171@hengersor.hu::18dfe6a4-9a0c-4bae-84a3-c95ba408505f" providerId="AD" clId="Web-{D9FD541B-B580-923B-DF89-3504367398DF}" dt="2026-04-12T16:21:40.009" v="499" actId="20577"/>
        <pc:sldMkLst>
          <pc:docMk/>
          <pc:sldMk cId="4058511354" sldId="276"/>
        </pc:sldMkLst>
        <pc:spChg chg="mod">
          <ac:chgData name="Farkas Miklós Tibor 171" userId="S::farmik171@hengersor.hu::18dfe6a4-9a0c-4bae-84a3-c95ba408505f" providerId="AD" clId="Web-{D9FD541B-B580-923B-DF89-3504367398DF}" dt="2026-04-12T16:21:40.009" v="499" actId="20577"/>
          <ac:spMkLst>
            <pc:docMk/>
            <pc:sldMk cId="4058511354" sldId="276"/>
            <ac:spMk id="2" creationId="{94CADF1D-B1E9-95BD-4AAB-6AA6FF7A329A}"/>
          </ac:spMkLst>
        </pc:spChg>
        <pc:spChg chg="del mod">
          <ac:chgData name="Farkas Miklós Tibor 171" userId="S::farmik171@hengersor.hu::18dfe6a4-9a0c-4bae-84a3-c95ba408505f" providerId="AD" clId="Web-{D9FD541B-B580-923B-DF89-3504367398DF}" dt="2026-04-12T15:47:13.791" v="221"/>
          <ac:spMkLst>
            <pc:docMk/>
            <pc:sldMk cId="4058511354" sldId="276"/>
            <ac:spMk id="3" creationId="{B23C3874-755C-D6BC-EAC9-5BD5B0E2202A}"/>
          </ac:spMkLst>
        </pc:spChg>
      </pc:sldChg>
      <pc:sldChg chg="addSp delSp modSp add replId">
        <pc:chgData name="Farkas Miklós Tibor 171" userId="S::farmik171@hengersor.hu::18dfe6a4-9a0c-4bae-84a3-c95ba408505f" providerId="AD" clId="Web-{D9FD541B-B580-923B-DF89-3504367398DF}" dt="2026-04-12T16:11:09.648" v="420" actId="20577"/>
        <pc:sldMkLst>
          <pc:docMk/>
          <pc:sldMk cId="4068225047" sldId="277"/>
        </pc:sldMkLst>
        <pc:spChg chg="mod">
          <ac:chgData name="Farkas Miklós Tibor 171" userId="S::farmik171@hengersor.hu::18dfe6a4-9a0c-4bae-84a3-c95ba408505f" providerId="AD" clId="Web-{D9FD541B-B580-923B-DF89-3504367398DF}" dt="2026-04-12T16:02:43.171" v="278" actId="20577"/>
          <ac:spMkLst>
            <pc:docMk/>
            <pc:sldMk cId="4068225047" sldId="277"/>
            <ac:spMk id="2" creationId="{5EA53393-AA99-AFC9-8D1C-523CA3816854}"/>
          </ac:spMkLst>
        </pc:spChg>
        <pc:spChg chg="add mod">
          <ac:chgData name="Farkas Miklós Tibor 171" userId="S::farmik171@hengersor.hu::18dfe6a4-9a0c-4bae-84a3-c95ba408505f" providerId="AD" clId="Web-{D9FD541B-B580-923B-DF89-3504367398DF}" dt="2026-04-12T16:04:23.146" v="308" actId="14100"/>
          <ac:spMkLst>
            <pc:docMk/>
            <pc:sldMk cId="4068225047" sldId="277"/>
            <ac:spMk id="3" creationId="{753CAD71-16AF-F6AB-F666-AA055A2DB570}"/>
          </ac:spMkLst>
        </pc:spChg>
        <pc:spChg chg="add mod">
          <ac:chgData name="Farkas Miklós Tibor 171" userId="S::farmik171@hengersor.hu::18dfe6a4-9a0c-4bae-84a3-c95ba408505f" providerId="AD" clId="Web-{D9FD541B-B580-923B-DF89-3504367398DF}" dt="2026-04-12T16:04:08.848" v="301" actId="14100"/>
          <ac:spMkLst>
            <pc:docMk/>
            <pc:sldMk cId="4068225047" sldId="277"/>
            <ac:spMk id="4" creationId="{37D0E87B-AF20-517B-5B55-0129AEC68F7B}"/>
          </ac:spMkLst>
        </pc:spChg>
        <pc:spChg chg="add del">
          <ac:chgData name="Farkas Miklós Tibor 171" userId="S::farmik171@hengersor.hu::18dfe6a4-9a0c-4bae-84a3-c95ba408505f" providerId="AD" clId="Web-{D9FD541B-B580-923B-DF89-3504367398DF}" dt="2026-04-12T16:04:42.068" v="312"/>
          <ac:spMkLst>
            <pc:docMk/>
            <pc:sldMk cId="4068225047" sldId="277"/>
            <ac:spMk id="6" creationId="{60ECF125-883F-AA6E-16F4-914D2168A56F}"/>
          </ac:spMkLst>
        </pc:spChg>
        <pc:spChg chg="add mod">
          <ac:chgData name="Farkas Miklós Tibor 171" userId="S::farmik171@hengersor.hu::18dfe6a4-9a0c-4bae-84a3-c95ba408505f" providerId="AD" clId="Web-{D9FD541B-B580-923B-DF89-3504367398DF}" dt="2026-04-12T16:05:31.585" v="329" actId="20577"/>
          <ac:spMkLst>
            <pc:docMk/>
            <pc:sldMk cId="4068225047" sldId="277"/>
            <ac:spMk id="8" creationId="{732EC79A-7CB8-C175-6122-7A96A35B5EE2}"/>
          </ac:spMkLst>
        </pc:spChg>
        <pc:spChg chg="mod">
          <ac:chgData name="Farkas Miklós Tibor 171" userId="S::farmik171@hengersor.hu::18dfe6a4-9a0c-4bae-84a3-c95ba408505f" providerId="AD" clId="Web-{D9FD541B-B580-923B-DF89-3504367398DF}" dt="2026-04-12T16:08:37.448" v="373" actId="1076"/>
          <ac:spMkLst>
            <pc:docMk/>
            <pc:sldMk cId="4068225047" sldId="277"/>
            <ac:spMk id="9" creationId="{D49B2C24-1759-8E6B-945B-4A32A2ED0256}"/>
          </ac:spMkLst>
        </pc:spChg>
        <pc:spChg chg="add mod">
          <ac:chgData name="Farkas Miklós Tibor 171" userId="S::farmik171@hengersor.hu::18dfe6a4-9a0c-4bae-84a3-c95ba408505f" providerId="AD" clId="Web-{D9FD541B-B580-923B-DF89-3504367398DF}" dt="2026-04-12T16:05:59.727" v="338" actId="20577"/>
          <ac:spMkLst>
            <pc:docMk/>
            <pc:sldMk cId="4068225047" sldId="277"/>
            <ac:spMk id="10" creationId="{118B1B89-D005-51CF-345B-5564AB251523}"/>
          </ac:spMkLst>
        </pc:spChg>
        <pc:spChg chg="mod">
          <ac:chgData name="Farkas Miklós Tibor 171" userId="S::farmik171@hengersor.hu::18dfe6a4-9a0c-4bae-84a3-c95ba408505f" providerId="AD" clId="Web-{D9FD541B-B580-923B-DF89-3504367398DF}" dt="2026-04-12T16:10:05.903" v="389" actId="20577"/>
          <ac:spMkLst>
            <pc:docMk/>
            <pc:sldMk cId="4068225047" sldId="277"/>
            <ac:spMk id="11" creationId="{223F2F64-5320-B5C4-715D-52877364A1E9}"/>
          </ac:spMkLst>
        </pc:spChg>
        <pc:spChg chg="add mod">
          <ac:chgData name="Farkas Miklós Tibor 171" userId="S::farmik171@hengersor.hu::18dfe6a4-9a0c-4bae-84a3-c95ba408505f" providerId="AD" clId="Web-{D9FD541B-B580-923B-DF89-3504367398DF}" dt="2026-04-12T16:06:21.383" v="348" actId="14100"/>
          <ac:spMkLst>
            <pc:docMk/>
            <pc:sldMk cId="4068225047" sldId="277"/>
            <ac:spMk id="12" creationId="{2EB97A49-3BBA-7CB6-B7E9-5A498D18E9F6}"/>
          </ac:spMkLst>
        </pc:spChg>
        <pc:spChg chg="add mod">
          <ac:chgData name="Farkas Miklós Tibor 171" userId="S::farmik171@hengersor.hu::18dfe6a4-9a0c-4bae-84a3-c95ba408505f" providerId="AD" clId="Web-{D9FD541B-B580-923B-DF89-3504367398DF}" dt="2026-04-12T16:10:35.375" v="403" actId="20577"/>
          <ac:spMkLst>
            <pc:docMk/>
            <pc:sldMk cId="4068225047" sldId="277"/>
            <ac:spMk id="13" creationId="{5A6E3107-991C-D7AE-2ABA-0B463FF70131}"/>
          </ac:spMkLst>
        </pc:spChg>
        <pc:spChg chg="add mod">
          <ac:chgData name="Farkas Miklós Tibor 171" userId="S::farmik171@hengersor.hu::18dfe6a4-9a0c-4bae-84a3-c95ba408505f" providerId="AD" clId="Web-{D9FD541B-B580-923B-DF89-3504367398DF}" dt="2026-04-12T16:11:09.648" v="420" actId="20577"/>
          <ac:spMkLst>
            <pc:docMk/>
            <pc:sldMk cId="4068225047" sldId="277"/>
            <ac:spMk id="14" creationId="{519BF3D8-DE91-05E8-C295-6F8D3C89C278}"/>
          </ac:spMkLst>
        </pc:spChg>
      </pc:sldChg>
    </pc:docChg>
  </pc:docChgLst>
  <pc:docChgLst>
    <pc:chgData name="Farkas Miklós Tibor 171" userId="S::farmik171@hengersor.hu::18dfe6a4-9a0c-4bae-84a3-c95ba408505f" providerId="AD" clId="Web-{5FAC232B-747B-F60A-6395-18A57DC5CFCA}"/>
    <pc:docChg chg="addSld delSld modSld sldOrd">
      <pc:chgData name="Farkas Miklós Tibor 171" userId="S::farmik171@hengersor.hu::18dfe6a4-9a0c-4bae-84a3-c95ba408505f" providerId="AD" clId="Web-{5FAC232B-747B-F60A-6395-18A57DC5CFCA}" dt="2026-04-12T15:20:47.131" v="73"/>
      <pc:docMkLst>
        <pc:docMk/>
      </pc:docMkLst>
      <pc:sldChg chg="del">
        <pc:chgData name="Farkas Miklós Tibor 171" userId="S::farmik171@hengersor.hu::18dfe6a4-9a0c-4bae-84a3-c95ba408505f" providerId="AD" clId="Web-{5FAC232B-747B-F60A-6395-18A57DC5CFCA}" dt="2026-04-12T15:20:47.131" v="73"/>
        <pc:sldMkLst>
          <pc:docMk/>
          <pc:sldMk cId="3786818564" sldId="260"/>
        </pc:sldMkLst>
      </pc:sldChg>
      <pc:sldChg chg="del">
        <pc:chgData name="Farkas Miklós Tibor 171" userId="S::farmik171@hengersor.hu::18dfe6a4-9a0c-4bae-84a3-c95ba408505f" providerId="AD" clId="Web-{5FAC232B-747B-F60A-6395-18A57DC5CFCA}" dt="2026-04-12T15:20:43.099" v="72"/>
        <pc:sldMkLst>
          <pc:docMk/>
          <pc:sldMk cId="1323602992" sldId="261"/>
        </pc:sldMkLst>
      </pc:sldChg>
      <pc:sldChg chg="del">
        <pc:chgData name="Farkas Miklós Tibor 171" userId="S::farmik171@hengersor.hu::18dfe6a4-9a0c-4bae-84a3-c95ba408505f" providerId="AD" clId="Web-{5FAC232B-747B-F60A-6395-18A57DC5CFCA}" dt="2026-04-12T15:20:41.974" v="71"/>
        <pc:sldMkLst>
          <pc:docMk/>
          <pc:sldMk cId="1506197516" sldId="262"/>
        </pc:sldMkLst>
      </pc:sldChg>
      <pc:sldChg chg="del">
        <pc:chgData name="Farkas Miklós Tibor 171" userId="S::farmik171@hengersor.hu::18dfe6a4-9a0c-4bae-84a3-c95ba408505f" providerId="AD" clId="Web-{5FAC232B-747B-F60A-6395-18A57DC5CFCA}" dt="2026-04-12T15:20:40.896" v="70"/>
        <pc:sldMkLst>
          <pc:docMk/>
          <pc:sldMk cId="2048348239" sldId="263"/>
        </pc:sldMkLst>
      </pc:sldChg>
      <pc:sldChg chg="del">
        <pc:chgData name="Farkas Miklós Tibor 171" userId="S::farmik171@hengersor.hu::18dfe6a4-9a0c-4bae-84a3-c95ba408505f" providerId="AD" clId="Web-{5FAC232B-747B-F60A-6395-18A57DC5CFCA}" dt="2026-04-12T15:20:34.412" v="63"/>
        <pc:sldMkLst>
          <pc:docMk/>
          <pc:sldMk cId="2846016438" sldId="264"/>
        </pc:sldMkLst>
      </pc:sldChg>
      <pc:sldChg chg="del">
        <pc:chgData name="Farkas Miklós Tibor 171" userId="S::farmik171@hengersor.hu::18dfe6a4-9a0c-4bae-84a3-c95ba408505f" providerId="AD" clId="Web-{5FAC232B-747B-F60A-6395-18A57DC5CFCA}" dt="2026-04-12T15:20:35.193" v="64"/>
        <pc:sldMkLst>
          <pc:docMk/>
          <pc:sldMk cId="3771907162" sldId="265"/>
        </pc:sldMkLst>
      </pc:sldChg>
      <pc:sldChg chg="del">
        <pc:chgData name="Farkas Miklós Tibor 171" userId="S::farmik171@hengersor.hu::18dfe6a4-9a0c-4bae-84a3-c95ba408505f" providerId="AD" clId="Web-{5FAC232B-747B-F60A-6395-18A57DC5CFCA}" dt="2026-04-12T15:20:35.849" v="65"/>
        <pc:sldMkLst>
          <pc:docMk/>
          <pc:sldMk cId="995410776" sldId="266"/>
        </pc:sldMkLst>
      </pc:sldChg>
      <pc:sldChg chg="del">
        <pc:chgData name="Farkas Miklós Tibor 171" userId="S::farmik171@hengersor.hu::18dfe6a4-9a0c-4bae-84a3-c95ba408505f" providerId="AD" clId="Web-{5FAC232B-747B-F60A-6395-18A57DC5CFCA}" dt="2026-04-12T15:20:36.521" v="66"/>
        <pc:sldMkLst>
          <pc:docMk/>
          <pc:sldMk cId="1461151345" sldId="267"/>
        </pc:sldMkLst>
      </pc:sldChg>
      <pc:sldChg chg="del">
        <pc:chgData name="Farkas Miklós Tibor 171" userId="S::farmik171@hengersor.hu::18dfe6a4-9a0c-4bae-84a3-c95ba408505f" providerId="AD" clId="Web-{5FAC232B-747B-F60A-6395-18A57DC5CFCA}" dt="2026-04-12T15:20:37.115" v="67"/>
        <pc:sldMkLst>
          <pc:docMk/>
          <pc:sldMk cId="2610049765" sldId="268"/>
        </pc:sldMkLst>
      </pc:sldChg>
      <pc:sldChg chg="del">
        <pc:chgData name="Farkas Miklós Tibor 171" userId="S::farmik171@hengersor.hu::18dfe6a4-9a0c-4bae-84a3-c95ba408505f" providerId="AD" clId="Web-{5FAC232B-747B-F60A-6395-18A57DC5CFCA}" dt="2026-04-12T15:20:37.693" v="68"/>
        <pc:sldMkLst>
          <pc:docMk/>
          <pc:sldMk cId="2494251323" sldId="269"/>
        </pc:sldMkLst>
      </pc:sldChg>
      <pc:sldChg chg="del">
        <pc:chgData name="Farkas Miklós Tibor 171" userId="S::farmik171@hengersor.hu::18dfe6a4-9a0c-4bae-84a3-c95ba408505f" providerId="AD" clId="Web-{5FAC232B-747B-F60A-6395-18A57DC5CFCA}" dt="2026-04-12T15:20:39.068" v="69"/>
        <pc:sldMkLst>
          <pc:docMk/>
          <pc:sldMk cId="680106883" sldId="270"/>
        </pc:sldMkLst>
      </pc:sldChg>
      <pc:sldChg chg="modSp add ord replId">
        <pc:chgData name="Farkas Miklós Tibor 171" userId="S::farmik171@hengersor.hu::18dfe6a4-9a0c-4bae-84a3-c95ba408505f" providerId="AD" clId="Web-{5FAC232B-747B-F60A-6395-18A57DC5CFCA}" dt="2026-04-12T15:19:50.692" v="62" actId="1076"/>
        <pc:sldMkLst>
          <pc:docMk/>
          <pc:sldMk cId="2870810592" sldId="271"/>
        </pc:sldMkLst>
        <pc:spChg chg="mod">
          <ac:chgData name="Farkas Miklós Tibor 171" userId="S::farmik171@hengersor.hu::18dfe6a4-9a0c-4bae-84a3-c95ba408505f" providerId="AD" clId="Web-{5FAC232B-747B-F60A-6395-18A57DC5CFCA}" dt="2026-04-12T15:17:57.753" v="8" actId="20577"/>
          <ac:spMkLst>
            <pc:docMk/>
            <pc:sldMk cId="2870810592" sldId="271"/>
            <ac:spMk id="2" creationId="{CC45702A-4635-9B9E-581C-6E89EFAA42A4}"/>
          </ac:spMkLst>
        </pc:spChg>
        <pc:spChg chg="mod">
          <ac:chgData name="Farkas Miklós Tibor 171" userId="S::farmik171@hengersor.hu::18dfe6a4-9a0c-4bae-84a3-c95ba408505f" providerId="AD" clId="Web-{5FAC232B-747B-F60A-6395-18A57DC5CFCA}" dt="2026-04-12T15:19:50.692" v="62" actId="1076"/>
          <ac:spMkLst>
            <pc:docMk/>
            <pc:sldMk cId="2870810592" sldId="271"/>
            <ac:spMk id="8" creationId="{DD7C3AB6-1221-CB27-C9C5-41B644873085}"/>
          </ac:spMkLst>
        </pc:spChg>
      </pc:sldChg>
    </pc:docChg>
  </pc:docChgLst>
  <pc:docChgLst>
    <pc:chgData name="Farkas Miklós Tibor 171" userId="S::farmik171@hengersor.hu::18dfe6a4-9a0c-4bae-84a3-c95ba408505f" providerId="AD" clId="Web-{DD9FBD9F-EC8B-4452-A4DB-38C7B2337E72}"/>
    <pc:docChg chg="addSld modSld">
      <pc:chgData name="Farkas Miklós Tibor 171" userId="S::farmik171@hengersor.hu::18dfe6a4-9a0c-4bae-84a3-c95ba408505f" providerId="AD" clId="Web-{DD9FBD9F-EC8B-4452-A4DB-38C7B2337E72}" dt="2026-04-12T15:25:21.875" v="28" actId="14100"/>
      <pc:docMkLst>
        <pc:docMk/>
      </pc:docMkLst>
      <pc:sldChg chg="addSp modSp add replId">
        <pc:chgData name="Farkas Miklós Tibor 171" userId="S::farmik171@hengersor.hu::18dfe6a4-9a0c-4bae-84a3-c95ba408505f" providerId="AD" clId="Web-{DD9FBD9F-EC8B-4452-A4DB-38C7B2337E72}" dt="2026-04-12T15:25:21.875" v="28" actId="14100"/>
        <pc:sldMkLst>
          <pc:docMk/>
          <pc:sldMk cId="4059739650" sldId="272"/>
        </pc:sldMkLst>
        <pc:spChg chg="mod">
          <ac:chgData name="Farkas Miklós Tibor 171" userId="S::farmik171@hengersor.hu::18dfe6a4-9a0c-4bae-84a3-c95ba408505f" providerId="AD" clId="Web-{DD9FBD9F-EC8B-4452-A4DB-38C7B2337E72}" dt="2026-04-12T15:22:15.637" v="15" actId="14100"/>
          <ac:spMkLst>
            <pc:docMk/>
            <pc:sldMk cId="4059739650" sldId="272"/>
            <ac:spMk id="2" creationId="{912303E3-5D9B-E17C-24E1-23B2B2C555F0}"/>
          </ac:spMkLst>
        </pc:spChg>
        <pc:spChg chg="add mod">
          <ac:chgData name="Farkas Miklós Tibor 171" userId="S::farmik171@hengersor.hu::18dfe6a4-9a0c-4bae-84a3-c95ba408505f" providerId="AD" clId="Web-{DD9FBD9F-EC8B-4452-A4DB-38C7B2337E72}" dt="2026-04-12T15:25:21.875" v="28" actId="14100"/>
          <ac:spMkLst>
            <pc:docMk/>
            <pc:sldMk cId="4059739650" sldId="272"/>
            <ac:spMk id="4" creationId="{DECD01B4-FC90-7BBB-35DB-90164FE56B42}"/>
          </ac:spMkLst>
        </pc:spChg>
        <pc:spChg chg="mod">
          <ac:chgData name="Farkas Miklós Tibor 171" userId="S::farmik171@hengersor.hu::18dfe6a4-9a0c-4bae-84a3-c95ba408505f" providerId="AD" clId="Web-{DD9FBD9F-EC8B-4452-A4DB-38C7B2337E72}" dt="2026-04-12T15:21:52.323" v="6" actId="14100"/>
          <ac:spMkLst>
            <pc:docMk/>
            <pc:sldMk cId="4059739650" sldId="272"/>
            <ac:spMk id="6" creationId="{78BB33E3-EC67-1775-98D9-582AB0A23A7A}"/>
          </ac:spMkLst>
        </pc:spChg>
        <pc:spChg chg="mod">
          <ac:chgData name="Farkas Miklós Tibor 171" userId="S::farmik171@hengersor.hu::18dfe6a4-9a0c-4bae-84a3-c95ba408505f" providerId="AD" clId="Web-{DD9FBD9F-EC8B-4452-A4DB-38C7B2337E72}" dt="2026-04-12T15:22:00.620" v="9" actId="1076"/>
          <ac:spMkLst>
            <pc:docMk/>
            <pc:sldMk cId="4059739650" sldId="272"/>
            <ac:spMk id="8" creationId="{51A41DDC-3521-4428-F7E2-AE00CA484243}"/>
          </ac:spMkLst>
        </pc:spChg>
        <pc:picChg chg="add mod">
          <ac:chgData name="Farkas Miklós Tibor 171" userId="S::farmik171@hengersor.hu::18dfe6a4-9a0c-4bae-84a3-c95ba408505f" providerId="AD" clId="Web-{DD9FBD9F-EC8B-4452-A4DB-38C7B2337E72}" dt="2026-04-12T15:23:06.498" v="20" actId="1076"/>
          <ac:picMkLst>
            <pc:docMk/>
            <pc:sldMk cId="4059739650" sldId="272"/>
            <ac:picMk id="3" creationId="{56623FA1-32CB-34DF-6DAC-FC4CB81CF75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7DFB8-A25D-4343-B516-B1E8AB0AA4FB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BD90C-AA85-4993-8EB6-76EB5E2983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005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frontend </a:t>
            </a:r>
            <a:r>
              <a:rPr lang="en-US" dirty="0" err="1"/>
              <a:t>Reacttel</a:t>
            </a:r>
            <a:r>
              <a:rPr lang="en-US" dirty="0"/>
              <a:t> </a:t>
            </a:r>
            <a:r>
              <a:rPr lang="en-US" dirty="0" err="1"/>
              <a:t>készült</a:t>
            </a:r>
            <a:r>
              <a:rPr lang="en-US" dirty="0"/>
              <a:t>, Vite </a:t>
            </a:r>
            <a:r>
              <a:rPr lang="en-US" dirty="0" err="1"/>
              <a:t>fejlesztői</a:t>
            </a:r>
            <a:r>
              <a:rPr lang="en-US" dirty="0"/>
              <a:t> </a:t>
            </a:r>
            <a:r>
              <a:rPr lang="en-US" dirty="0" err="1"/>
              <a:t>környezettel</a:t>
            </a:r>
            <a:r>
              <a:rPr lang="en-US" dirty="0"/>
              <a:t>. A </a:t>
            </a:r>
            <a:r>
              <a:rPr lang="en-US" dirty="0" err="1"/>
              <a:t>felületet</a:t>
            </a:r>
            <a:r>
              <a:rPr lang="en-US" dirty="0"/>
              <a:t> Bootstrap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ReactBootstrap</a:t>
            </a:r>
            <a:r>
              <a:rPr lang="en-US" dirty="0"/>
              <a:t> </a:t>
            </a:r>
            <a:r>
              <a:rPr lang="en-US" dirty="0" err="1"/>
              <a:t>segítségével</a:t>
            </a:r>
            <a:r>
              <a:rPr lang="en-US" dirty="0"/>
              <a:t> </a:t>
            </a:r>
            <a:r>
              <a:rPr lang="en-US" dirty="0" err="1"/>
              <a:t>alakítottuk</a:t>
            </a:r>
            <a:r>
              <a:rPr lang="en-US" dirty="0"/>
              <a:t> ki,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reszponzív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felhasználóbarát</a:t>
            </a:r>
            <a:r>
              <a:rPr lang="en-US" dirty="0"/>
              <a:t> </a:t>
            </a:r>
            <a:r>
              <a:rPr lang="en-US" dirty="0" err="1"/>
              <a:t>lett</a:t>
            </a:r>
            <a:r>
              <a:rPr lang="en-US" dirty="0"/>
              <a:t>. A </a:t>
            </a:r>
            <a:r>
              <a:rPr lang="en-US" dirty="0" err="1"/>
              <a:t>projekt</a:t>
            </a:r>
            <a:r>
              <a:rPr lang="en-US" dirty="0"/>
              <a:t> </a:t>
            </a:r>
            <a:r>
              <a:rPr lang="en-US" dirty="0" err="1"/>
              <a:t>komponensekre</a:t>
            </a:r>
            <a:r>
              <a:rPr lang="en-US" dirty="0"/>
              <a:t> van </a:t>
            </a:r>
            <a:r>
              <a:rPr lang="en-US" dirty="0" err="1"/>
              <a:t>bontva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átláthatóbbá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könnyebben</a:t>
            </a:r>
            <a:r>
              <a:rPr lang="en-US" dirty="0"/>
              <a:t> </a:t>
            </a:r>
            <a:r>
              <a:rPr lang="en-US" dirty="0" err="1"/>
              <a:t>fejleszthetővé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alkalmazást</a:t>
            </a:r>
            <a:r>
              <a:rPr lang="en-US" dirty="0"/>
              <a:t>.</a:t>
            </a:r>
            <a:endParaRPr lang="hu-HU" dirty="0"/>
          </a:p>
          <a:p>
            <a:endParaRPr lang="en-US" b="1" dirty="0"/>
          </a:p>
          <a:p>
            <a:r>
              <a:rPr lang="en-US" b="1" dirty="0" err="1"/>
              <a:t>Felhasznált</a:t>
            </a:r>
            <a:r>
              <a:rPr lang="en-US" b="1" dirty="0"/>
              <a:t> </a:t>
            </a:r>
            <a:r>
              <a:rPr lang="en-US" b="1" dirty="0" err="1"/>
              <a:t>technológiák</a:t>
            </a:r>
            <a:r>
              <a:rPr lang="en-US" b="1" dirty="0"/>
              <a:t>:</a:t>
            </a:r>
            <a:endParaRPr lang="hu-HU">
              <a:ea typeface="Calibri"/>
              <a:cs typeface="Calibri"/>
            </a:endParaRPr>
          </a:p>
          <a:p>
            <a:r>
              <a:rPr lang="en-US" b="1"/>
              <a:t>• React + Vite</a:t>
            </a:r>
            <a:endParaRPr lang="hu-HU"/>
          </a:p>
          <a:p>
            <a:pPr marL="285750" indent="-285750">
              <a:buFont typeface="Arial"/>
              <a:buChar char="•"/>
            </a:pPr>
            <a:r>
              <a:rPr lang="en-US" dirty="0"/>
              <a:t>A frontend </a:t>
            </a:r>
            <a:r>
              <a:rPr lang="en-US" dirty="0" err="1"/>
              <a:t>fejlesztéséhez</a:t>
            </a:r>
            <a:r>
              <a:rPr lang="en-US" dirty="0"/>
              <a:t> </a:t>
            </a:r>
            <a:r>
              <a:rPr lang="en-US" dirty="0" err="1"/>
              <a:t>Reactet</a:t>
            </a:r>
            <a:r>
              <a:rPr lang="en-US" dirty="0"/>
              <a:t> </a:t>
            </a:r>
            <a:r>
              <a:rPr lang="en-US" dirty="0" err="1"/>
              <a:t>használtunk</a:t>
            </a:r>
            <a:r>
              <a:rPr lang="en-US" dirty="0"/>
              <a:t> </a:t>
            </a: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A Vite </a:t>
            </a:r>
            <a:r>
              <a:rPr lang="en-US" dirty="0" err="1"/>
              <a:t>egy</a:t>
            </a:r>
            <a:r>
              <a:rPr lang="en-US" dirty="0"/>
              <a:t> modern build </a:t>
            </a:r>
            <a:r>
              <a:rPr lang="en-US" dirty="0" err="1"/>
              <a:t>eszköz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gyors</a:t>
            </a:r>
            <a:r>
              <a:rPr lang="en-US" dirty="0"/>
              <a:t> </a:t>
            </a:r>
            <a:r>
              <a:rPr lang="en-US" dirty="0" err="1"/>
              <a:t>fejlesztést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betöltést</a:t>
            </a:r>
            <a:r>
              <a:rPr lang="en-US" dirty="0"/>
              <a:t> </a:t>
            </a:r>
            <a:r>
              <a:rPr lang="en-US" dirty="0" err="1"/>
              <a:t>biztosít</a:t>
            </a:r>
            <a:r>
              <a:rPr lang="en-US" dirty="0"/>
              <a:t> </a:t>
            </a: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en-US" dirty="0" err="1"/>
              <a:t>Komponens</a:t>
            </a:r>
            <a:r>
              <a:rPr lang="en-US" dirty="0"/>
              <a:t> </a:t>
            </a:r>
            <a:r>
              <a:rPr lang="en-US" dirty="0" err="1"/>
              <a:t>alapú</a:t>
            </a:r>
            <a:r>
              <a:rPr lang="en-US" dirty="0"/>
              <a:t> </a:t>
            </a:r>
            <a:r>
              <a:rPr lang="en-US" dirty="0" err="1"/>
              <a:t>felépítés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átláthatóbbá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újrahasznosíthatóvá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 a </a:t>
            </a:r>
            <a:r>
              <a:rPr lang="en-US" dirty="0" err="1"/>
              <a:t>kódot</a:t>
            </a:r>
            <a:r>
              <a:rPr lang="en-US" dirty="0"/>
              <a:t> </a:t>
            </a:r>
            <a:endParaRPr lang="hu-HU" dirty="0"/>
          </a:p>
          <a:p>
            <a:r>
              <a:rPr lang="en-US" b="1" dirty="0"/>
              <a:t>• </a:t>
            </a:r>
            <a:r>
              <a:rPr lang="en-US" b="1" dirty="0" err="1"/>
              <a:t>ReactBootstrap</a:t>
            </a:r>
            <a:r>
              <a:rPr lang="en-US" b="1" dirty="0"/>
              <a:t>, Bootstrap</a:t>
            </a: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A </a:t>
            </a:r>
            <a:r>
              <a:rPr lang="en-US" dirty="0" err="1"/>
              <a:t>felhasználói</a:t>
            </a:r>
            <a:r>
              <a:rPr lang="en-US" dirty="0"/>
              <a:t> </a:t>
            </a:r>
            <a:r>
              <a:rPr lang="en-US" dirty="0" err="1"/>
              <a:t>felület</a:t>
            </a:r>
            <a:r>
              <a:rPr lang="en-US" dirty="0"/>
              <a:t> </a:t>
            </a:r>
            <a:r>
              <a:rPr lang="en-US" dirty="0" err="1"/>
              <a:t>kialakításához</a:t>
            </a:r>
            <a:r>
              <a:rPr lang="en-US" dirty="0"/>
              <a:t> Bootstrap </a:t>
            </a:r>
            <a:r>
              <a:rPr lang="en-US" dirty="0" err="1"/>
              <a:t>keretrendszert</a:t>
            </a:r>
            <a:r>
              <a:rPr lang="en-US" dirty="0"/>
              <a:t> </a:t>
            </a:r>
            <a:r>
              <a:rPr lang="en-US" dirty="0" err="1"/>
              <a:t>használtunk</a:t>
            </a:r>
            <a:r>
              <a:rPr lang="en-US" dirty="0"/>
              <a:t> </a:t>
            </a: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A </a:t>
            </a:r>
            <a:r>
              <a:rPr lang="en-US" dirty="0" err="1"/>
              <a:t>ReactBootstrap</a:t>
            </a:r>
            <a:r>
              <a:rPr lang="en-US" dirty="0"/>
              <a:t> </a:t>
            </a:r>
            <a:r>
              <a:rPr lang="en-US" dirty="0" err="1"/>
              <a:t>segítségével</a:t>
            </a:r>
            <a:r>
              <a:rPr lang="en-US" dirty="0"/>
              <a:t> Bootstrap </a:t>
            </a:r>
            <a:r>
              <a:rPr lang="en-US" dirty="0" err="1"/>
              <a:t>elemeket</a:t>
            </a:r>
            <a:r>
              <a:rPr lang="en-US" dirty="0"/>
              <a:t> React </a:t>
            </a:r>
            <a:r>
              <a:rPr lang="en-US" dirty="0" err="1"/>
              <a:t>komponensként</a:t>
            </a:r>
            <a:r>
              <a:rPr lang="en-US" dirty="0"/>
              <a:t> </a:t>
            </a:r>
            <a:r>
              <a:rPr lang="en-US" dirty="0" err="1"/>
              <a:t>tudtunk</a:t>
            </a:r>
            <a:r>
              <a:rPr lang="en-US" dirty="0"/>
              <a:t> </a:t>
            </a:r>
            <a:r>
              <a:rPr lang="en-US" dirty="0" err="1"/>
              <a:t>használni</a:t>
            </a:r>
            <a:r>
              <a:rPr lang="en-US" dirty="0"/>
              <a:t> </a:t>
            </a: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en-US" dirty="0" err="1"/>
              <a:t>Reszponzív</a:t>
            </a:r>
            <a:r>
              <a:rPr lang="en-US" dirty="0"/>
              <a:t>, </a:t>
            </a:r>
            <a:r>
              <a:rPr lang="en-US" dirty="0" err="1"/>
              <a:t>mobilbarát</a:t>
            </a:r>
            <a:r>
              <a:rPr lang="en-US" dirty="0"/>
              <a:t> </a:t>
            </a:r>
            <a:r>
              <a:rPr lang="en-US" dirty="0" err="1"/>
              <a:t>megjelenést</a:t>
            </a:r>
            <a:r>
              <a:rPr lang="en-US" dirty="0"/>
              <a:t> </a:t>
            </a:r>
            <a:r>
              <a:rPr lang="en-US" dirty="0" err="1"/>
              <a:t>biztosít</a:t>
            </a:r>
            <a:r>
              <a:rPr lang="en-US" dirty="0"/>
              <a:t> </a:t>
            </a:r>
            <a:endParaRPr lang="hu-HU" dirty="0"/>
          </a:p>
          <a:p>
            <a:r>
              <a:rPr lang="en-US" b="1" dirty="0"/>
              <a:t>• </a:t>
            </a:r>
            <a:r>
              <a:rPr lang="en-US" b="1" dirty="0" err="1"/>
              <a:t>Fő</a:t>
            </a:r>
            <a:r>
              <a:rPr lang="en-US" b="1" dirty="0"/>
              <a:t> </a:t>
            </a:r>
            <a:r>
              <a:rPr lang="en-US" b="1" dirty="0" err="1"/>
              <a:t>funkciók</a:t>
            </a:r>
            <a:r>
              <a:rPr lang="en-US" b="1" dirty="0"/>
              <a:t> a </a:t>
            </a:r>
            <a:r>
              <a:rPr lang="en-US" b="1" dirty="0" err="1"/>
              <a:t>frontendben</a:t>
            </a:r>
            <a:endParaRPr lang="hu-HU" dirty="0" err="1"/>
          </a:p>
          <a:p>
            <a:pPr marL="285750" indent="-285750">
              <a:buFont typeface="Arial"/>
              <a:buChar char="•"/>
            </a:pPr>
            <a:r>
              <a:rPr lang="en-US" dirty="0" err="1"/>
              <a:t>Regisztráció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bejelentkezés</a:t>
            </a:r>
            <a:r>
              <a:rPr lang="en-US" dirty="0"/>
              <a:t> </a:t>
            </a:r>
            <a:r>
              <a:rPr lang="en-US" dirty="0" err="1"/>
              <a:t>felület</a:t>
            </a:r>
            <a:r>
              <a:rPr lang="en-US" dirty="0"/>
              <a:t> </a:t>
            </a: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en-US" dirty="0" err="1"/>
              <a:t>Rendelések</a:t>
            </a:r>
            <a:r>
              <a:rPr lang="en-US" dirty="0"/>
              <a:t> </a:t>
            </a:r>
            <a:r>
              <a:rPr lang="en-US" dirty="0" err="1"/>
              <a:t>létrehozása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kezelése</a:t>
            </a:r>
            <a:r>
              <a:rPr lang="en-US" dirty="0"/>
              <a:t> </a:t>
            </a: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Élő chat </a:t>
            </a:r>
            <a:r>
              <a:rPr lang="en-US" dirty="0" err="1"/>
              <a:t>megjelenítése</a:t>
            </a:r>
            <a:r>
              <a:rPr lang="en-US" dirty="0"/>
              <a:t> </a:t>
            </a: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dirty="0" err="1"/>
              <a:t>módosítása</a:t>
            </a:r>
            <a:r>
              <a:rPr lang="en-US" dirty="0"/>
              <a:t> </a:t>
            </a:r>
            <a:endParaRPr lang="hu-HU" dirty="0"/>
          </a:p>
          <a:p>
            <a:r>
              <a:rPr lang="en-US" b="1" dirty="0"/>
              <a:t>• Projekt </a:t>
            </a:r>
            <a:r>
              <a:rPr lang="en-US" b="1" dirty="0" err="1"/>
              <a:t>struktúra</a:t>
            </a:r>
            <a:endParaRPr lang="hu-HU" dirty="0" err="1"/>
          </a:p>
          <a:p>
            <a:pPr marL="285750" indent="-285750">
              <a:buFont typeface="Arial"/>
              <a:buChar char="•"/>
            </a:pPr>
            <a:r>
              <a:rPr lang="en-US" dirty="0" err="1"/>
              <a:t>Komponensekre</a:t>
            </a:r>
            <a:r>
              <a:rPr lang="en-US" dirty="0"/>
              <a:t> </a:t>
            </a:r>
            <a:r>
              <a:rPr lang="en-US" dirty="0" err="1"/>
              <a:t>bontott</a:t>
            </a:r>
            <a:r>
              <a:rPr lang="en-US" dirty="0"/>
              <a:t> </a:t>
            </a:r>
            <a:r>
              <a:rPr lang="en-US" dirty="0" err="1"/>
              <a:t>felépítés</a:t>
            </a:r>
            <a:r>
              <a:rPr lang="en-US" dirty="0"/>
              <a:t> (pl. Header, Footer, </a:t>
            </a:r>
            <a:r>
              <a:rPr lang="en-US" dirty="0" err="1"/>
              <a:t>oldalak</a:t>
            </a:r>
            <a:r>
              <a:rPr lang="en-US" dirty="0"/>
              <a:t>) </a:t>
            </a: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en-US" dirty="0" err="1"/>
              <a:t>Külön</a:t>
            </a:r>
            <a:r>
              <a:rPr lang="en-US" dirty="0"/>
              <a:t> CSS </a:t>
            </a:r>
            <a:r>
              <a:rPr lang="en-US" dirty="0" err="1"/>
              <a:t>fájlok</a:t>
            </a:r>
            <a:r>
              <a:rPr lang="en-US" dirty="0"/>
              <a:t> a </a:t>
            </a:r>
            <a:r>
              <a:rPr lang="en-US" dirty="0" err="1"/>
              <a:t>stílusokhoz</a:t>
            </a:r>
            <a:r>
              <a:rPr lang="en-US" dirty="0"/>
              <a:t> </a:t>
            </a: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en-US" dirty="0" err="1"/>
              <a:t>Könnyen</a:t>
            </a:r>
            <a:r>
              <a:rPr lang="en-US" dirty="0"/>
              <a:t> </a:t>
            </a:r>
            <a:r>
              <a:rPr lang="en-US" dirty="0" err="1"/>
              <a:t>bővíthető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átlátható</a:t>
            </a:r>
            <a:r>
              <a:rPr lang="en-US" dirty="0"/>
              <a:t> </a:t>
            </a:r>
            <a:r>
              <a:rPr lang="en-US" dirty="0" err="1"/>
              <a:t>rendszer</a:t>
            </a:r>
            <a:endParaRPr lang="hu-HU" dirty="0" err="1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BD90C-AA85-4993-8EB6-76EB5E29832B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9335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821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3934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8377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9744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880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230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36486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003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266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452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8758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5239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1403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0107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6257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3770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696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EDC9E-3FF7-41AA-B8B8-BFACC835DF58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F237E-5E96-4022-8783-9FA1949C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590368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  <p:sldLayoutId id="214748392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CF2B39E9-45BB-420D-ADBE-F22A1AF39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D0C22308-5FE4-44C3-A4C1-3558B31E4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523" y="1107388"/>
            <a:ext cx="9408954" cy="2387600"/>
          </a:xfrm>
        </p:spPr>
        <p:txBody>
          <a:bodyPr/>
          <a:lstStyle/>
          <a:p>
            <a:r>
              <a:rPr lang="hu-HU" dirty="0" err="1">
                <a:solidFill>
                  <a:srgbClr val="01F10C"/>
                </a:solidFill>
              </a:rPr>
              <a:t>Nexusdev</a:t>
            </a:r>
            <a:r>
              <a:rPr lang="hu-HU" dirty="0">
                <a:solidFill>
                  <a:srgbClr val="01F10C"/>
                </a:solidFill>
              </a:rPr>
              <a:t> - Vizsgaremek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C729069-7E40-454C-B8C1-20C3BACC3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429000"/>
            <a:ext cx="9001462" cy="907330"/>
          </a:xfrm>
        </p:spPr>
        <p:txBody>
          <a:bodyPr/>
          <a:lstStyle/>
          <a:p>
            <a:r>
              <a:rPr lang="hu-HU" dirty="0">
                <a:solidFill>
                  <a:srgbClr val="008200"/>
                </a:solidFill>
              </a:rPr>
              <a:t>Készítette: Farkas Miklós, Simó Zsolt, </a:t>
            </a:r>
            <a:r>
              <a:rPr lang="hu-HU" dirty="0" err="1">
                <a:solidFill>
                  <a:srgbClr val="008200"/>
                </a:solidFill>
              </a:rPr>
              <a:t>Medgyes</a:t>
            </a:r>
            <a:r>
              <a:rPr lang="hu-HU" dirty="0">
                <a:solidFill>
                  <a:srgbClr val="008200"/>
                </a:solidFill>
              </a:rPr>
              <a:t> Vendel</a:t>
            </a:r>
          </a:p>
        </p:txBody>
      </p:sp>
    </p:spTree>
    <p:extLst>
      <p:ext uri="{BB962C8B-B14F-4D97-AF65-F5344CB8AC3E}">
        <p14:creationId xmlns:p14="http://schemas.microsoft.com/office/powerpoint/2010/main" val="2811826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55BFE73-42A6-43DC-9A9C-54E273644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AB0E525-7BB4-44CA-BAA3-D58CCFA74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32528"/>
            <a:ext cx="10353761" cy="1260333"/>
          </a:xfrm>
        </p:spPr>
        <p:txBody>
          <a:bodyPr>
            <a:normAutofit/>
          </a:bodyPr>
          <a:lstStyle/>
          <a:p>
            <a:r>
              <a:rPr lang="hu-HU" sz="4400" dirty="0">
                <a:solidFill>
                  <a:srgbClr val="01F10C"/>
                </a:solidFill>
              </a:rPr>
              <a:t>Alapötlet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F13CECCD-82D0-4D36-9960-729EDAA415F7}"/>
              </a:ext>
            </a:extLst>
          </p:cNvPr>
          <p:cNvSpPr/>
          <p:nvPr/>
        </p:nvSpPr>
        <p:spPr>
          <a:xfrm>
            <a:off x="919119" y="1492861"/>
            <a:ext cx="10353761" cy="4757111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 w="28575">
            <a:solidFill>
              <a:srgbClr val="00C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BB60E4A7-BDC7-4213-A8A0-5A59846A409A}"/>
              </a:ext>
            </a:extLst>
          </p:cNvPr>
          <p:cNvSpPr txBox="1"/>
          <p:nvPr/>
        </p:nvSpPr>
        <p:spPr>
          <a:xfrm>
            <a:off x="1128073" y="2586705"/>
            <a:ext cx="9935852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>
                <a:solidFill>
                  <a:srgbClr val="01F10C"/>
                </a:solidFill>
                <a:latin typeface="Berlin Sans FB"/>
              </a:rPr>
              <a:t>Hiánypótló platform fejlesztési megrendelésekhez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rgbClr val="01F10C"/>
                </a:solidFill>
                <a:latin typeface="Berlin Sans FB" panose="020E0602020502020306" pitchFamily="34" charset="0"/>
              </a:rPr>
              <a:t>Átlátható kommunikáció fejlesztő és ügyfél között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rgbClr val="01F10C"/>
                </a:solidFill>
                <a:latin typeface="Berlin Sans FB" panose="020E0602020502020306" pitchFamily="34" charset="0"/>
              </a:rPr>
              <a:t>Webes és asztali felületen is használható</a:t>
            </a:r>
          </a:p>
        </p:txBody>
      </p:sp>
    </p:spTree>
    <p:extLst>
      <p:ext uri="{BB962C8B-B14F-4D97-AF65-F5344CB8AC3E}">
        <p14:creationId xmlns:p14="http://schemas.microsoft.com/office/powerpoint/2010/main" val="772907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C601D319-1FA8-455A-A221-1812B1F57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BD443C3-AAF2-4F10-870D-52AAD1711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1" cy="1326321"/>
          </a:xfrm>
        </p:spPr>
        <p:txBody>
          <a:bodyPr>
            <a:normAutofit/>
          </a:bodyPr>
          <a:lstStyle/>
          <a:p>
            <a:r>
              <a:rPr lang="hu-HU" sz="4000" dirty="0">
                <a:solidFill>
                  <a:srgbClr val="01F10C"/>
                </a:solidFill>
              </a:rPr>
              <a:t>Mik voltak a céljaink?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D2109B2C-E8F7-4AA7-BB68-417CC7C64C0E}"/>
              </a:ext>
            </a:extLst>
          </p:cNvPr>
          <p:cNvSpPr/>
          <p:nvPr/>
        </p:nvSpPr>
        <p:spPr>
          <a:xfrm>
            <a:off x="919119" y="1492861"/>
            <a:ext cx="10353761" cy="4757111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 w="28575">
            <a:solidFill>
              <a:srgbClr val="00C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2648478C-3035-41F5-9D29-729C7D81BF51}"/>
              </a:ext>
            </a:extLst>
          </p:cNvPr>
          <p:cNvSpPr txBox="1"/>
          <p:nvPr/>
        </p:nvSpPr>
        <p:spPr>
          <a:xfrm>
            <a:off x="1128073" y="2209422"/>
            <a:ext cx="993585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 dirty="0">
                <a:solidFill>
                  <a:srgbClr val="01F10C"/>
                </a:solidFill>
                <a:latin typeface="Berlin Sans FB" panose="020E0602020502020306" pitchFamily="34" charset="0"/>
              </a:rPr>
              <a:t>Egyszerű megrendelési folyamat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 dirty="0">
                <a:solidFill>
                  <a:srgbClr val="01F10C"/>
                </a:solidFill>
                <a:latin typeface="Berlin Sans FB" panose="020E0602020502020306" pitchFamily="34" charset="0"/>
              </a:rPr>
              <a:t>Élő chat az ügyfél és a fejlesztők között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Admin</a:t>
            </a:r>
            <a:r>
              <a:rPr lang="hu-HU" sz="3000" dirty="0">
                <a:solidFill>
                  <a:srgbClr val="01F10C"/>
                </a:solidFill>
                <a:latin typeface="Berlin Sans FB" panose="020E0602020502020306" pitchFamily="34" charset="0"/>
              </a:rPr>
              <a:t> felület a projektek kezeléséhez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 dirty="0">
                <a:solidFill>
                  <a:srgbClr val="01F10C"/>
                </a:solidFill>
                <a:latin typeface="Berlin Sans FB" panose="020E0602020502020306" pitchFamily="34" charset="0"/>
              </a:rPr>
              <a:t>Valós, piacképes szolgáltatás modellje</a:t>
            </a:r>
          </a:p>
        </p:txBody>
      </p:sp>
    </p:spTree>
    <p:extLst>
      <p:ext uri="{BB962C8B-B14F-4D97-AF65-F5344CB8AC3E}">
        <p14:creationId xmlns:p14="http://schemas.microsoft.com/office/powerpoint/2010/main" val="240290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C601D319-1FA8-455A-A221-1812B1F57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BD443C3-AAF2-4F10-870D-52AAD1711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55" y="0"/>
            <a:ext cx="11840067" cy="1162923"/>
          </a:xfrm>
        </p:spPr>
        <p:txBody>
          <a:bodyPr>
            <a:normAutofit/>
          </a:bodyPr>
          <a:lstStyle/>
          <a:p>
            <a:r>
              <a:rPr lang="hu-HU" sz="2800" dirty="0">
                <a:solidFill>
                  <a:srgbClr val="01F10C"/>
                </a:solidFill>
              </a:rPr>
              <a:t>Felhasznált technológiák/ fejlesztői környezetek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D2109B2C-E8F7-4AA7-BB68-417CC7C64C0E}"/>
              </a:ext>
            </a:extLst>
          </p:cNvPr>
          <p:cNvSpPr/>
          <p:nvPr/>
        </p:nvSpPr>
        <p:spPr>
          <a:xfrm>
            <a:off x="334659" y="1162923"/>
            <a:ext cx="5519388" cy="5398132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 w="28575">
            <a:solidFill>
              <a:srgbClr val="00C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2648478C-3035-41F5-9D29-729C7D81BF51}"/>
              </a:ext>
            </a:extLst>
          </p:cNvPr>
          <p:cNvSpPr txBox="1"/>
          <p:nvPr/>
        </p:nvSpPr>
        <p:spPr>
          <a:xfrm>
            <a:off x="456418" y="1675113"/>
            <a:ext cx="527586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Frontend: </a:t>
            </a:r>
            <a:r>
              <a:rPr lang="hu-HU" sz="24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Vite</a:t>
            </a: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 </a:t>
            </a:r>
            <a:r>
              <a:rPr lang="hu-HU" sz="24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React</a:t>
            </a: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Backend: </a:t>
            </a:r>
            <a:r>
              <a:rPr lang="hu-HU" sz="24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NodeJs</a:t>
            </a: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 Express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Adatbázis: </a:t>
            </a:r>
            <a:r>
              <a:rPr lang="hu-HU" sz="24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InnoDb</a:t>
            </a: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Alkalmazás: C# WPF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Design: </a:t>
            </a:r>
            <a:r>
              <a:rPr lang="hu-HU" sz="24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Figma</a:t>
            </a: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Tervezés: </a:t>
            </a:r>
            <a:r>
              <a:rPr lang="hu-HU" sz="24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LucidChart</a:t>
            </a: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F54302FC-CBDE-4100-A096-3335ABEB1DA0}"/>
              </a:ext>
            </a:extLst>
          </p:cNvPr>
          <p:cNvSpPr/>
          <p:nvPr/>
        </p:nvSpPr>
        <p:spPr>
          <a:xfrm>
            <a:off x="6337952" y="1162923"/>
            <a:ext cx="5519388" cy="5398132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 w="28575">
            <a:solidFill>
              <a:srgbClr val="00C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A89A4570-E59A-4808-BC91-D0041A9B79B1}"/>
              </a:ext>
            </a:extLst>
          </p:cNvPr>
          <p:cNvSpPr txBox="1"/>
          <p:nvPr/>
        </p:nvSpPr>
        <p:spPr>
          <a:xfrm>
            <a:off x="6459713" y="3097611"/>
            <a:ext cx="52758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PhpMyadmin</a:t>
            </a: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, </a:t>
            </a:r>
            <a:r>
              <a:rPr lang="hu-HU" sz="24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Apache</a:t>
            </a: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Visual </a:t>
            </a:r>
            <a:r>
              <a:rPr lang="hu-HU" sz="24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Studio</a:t>
            </a: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GitHub( verziókezelés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Trello</a:t>
            </a: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( feladatok követése )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25AD90F7-9C4A-4099-BB27-32C3EFFB1131}"/>
              </a:ext>
            </a:extLst>
          </p:cNvPr>
          <p:cNvSpPr txBox="1"/>
          <p:nvPr/>
        </p:nvSpPr>
        <p:spPr>
          <a:xfrm>
            <a:off x="6459713" y="2001216"/>
            <a:ext cx="3204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Visual </a:t>
            </a:r>
            <a:r>
              <a:rPr lang="hu-HU" sz="24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Studio</a:t>
            </a:r>
            <a:r>
              <a:rPr lang="hu-HU" sz="2400" dirty="0">
                <a:solidFill>
                  <a:srgbClr val="01F10C"/>
                </a:solidFill>
                <a:latin typeface="Berlin Sans FB" panose="020E0602020502020306" pitchFamily="34" charset="0"/>
              </a:rPr>
              <a:t> </a:t>
            </a:r>
            <a:r>
              <a:rPr lang="hu-HU" sz="24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Code</a:t>
            </a:r>
            <a:endParaRPr lang="hu-HU" sz="2400" dirty="0">
              <a:solidFill>
                <a:srgbClr val="01F10C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22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1002D-9DFE-CAF3-17E1-8B0B4865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D930AAA-E374-F5B0-D1D5-20C23F8EE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C45702A-4635-9B9E-581C-6E89EFAA4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1" cy="1326321"/>
          </a:xfrm>
        </p:spPr>
        <p:txBody>
          <a:bodyPr>
            <a:normAutofit/>
          </a:bodyPr>
          <a:lstStyle/>
          <a:p>
            <a:r>
              <a:rPr lang="hu-HU" sz="4000">
                <a:solidFill>
                  <a:srgbClr val="01F10C"/>
                </a:solidFill>
              </a:rPr>
              <a:t>Program funkciói</a:t>
            </a:r>
            <a:endParaRPr lang="hu-HU" sz="4000" dirty="0">
              <a:solidFill>
                <a:srgbClr val="01F10C"/>
              </a:solidFill>
            </a:endParaRP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0A51334D-3891-2C14-4F35-52B449B45317}"/>
              </a:ext>
            </a:extLst>
          </p:cNvPr>
          <p:cNvSpPr/>
          <p:nvPr/>
        </p:nvSpPr>
        <p:spPr>
          <a:xfrm>
            <a:off x="919119" y="1492861"/>
            <a:ext cx="10353761" cy="4757111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 w="28575">
            <a:solidFill>
              <a:srgbClr val="00C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D7C3AB6-1221-CB27-C9C5-41B644873085}"/>
              </a:ext>
            </a:extLst>
          </p:cNvPr>
          <p:cNvSpPr txBox="1"/>
          <p:nvPr/>
        </p:nvSpPr>
        <p:spPr>
          <a:xfrm>
            <a:off x="1128073" y="2643081"/>
            <a:ext cx="9935852" cy="33239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>
                <a:solidFill>
                  <a:srgbClr val="01F10C"/>
                </a:solidFill>
                <a:latin typeface="Berlin Sans FB"/>
              </a:rPr>
              <a:t>Regisztráció, Bejelentkezés</a:t>
            </a: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>
                <a:solidFill>
                  <a:srgbClr val="01F10C"/>
                </a:solidFill>
                <a:latin typeface="Berlin Sans FB"/>
              </a:rPr>
              <a:t>Rendelés készítés illetve élő chat funkció</a:t>
            </a:r>
            <a:endParaRPr lang="hu-HU" sz="300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>
                <a:solidFill>
                  <a:srgbClr val="01F10C"/>
                </a:solidFill>
                <a:latin typeface="Berlin Sans FB"/>
              </a:rPr>
              <a:t>Profil adatmodosítások</a:t>
            </a:r>
            <a:endParaRPr lang="hu-HU" sz="300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810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8CEFA-4F88-E985-F7E8-A883811B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E902C909-D244-1152-A882-0CA913278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912303E3-5D9B-E17C-24E1-23B2B2C55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1" cy="1053736"/>
          </a:xfrm>
        </p:spPr>
        <p:txBody>
          <a:bodyPr>
            <a:normAutofit/>
          </a:bodyPr>
          <a:lstStyle/>
          <a:p>
            <a:r>
              <a:rPr lang="hu-HU" sz="4000">
                <a:solidFill>
                  <a:srgbClr val="01F10C"/>
                </a:solidFill>
              </a:rPr>
              <a:t>Backend</a:t>
            </a:r>
            <a:endParaRPr lang="hu-HU" sz="4000" dirty="0">
              <a:solidFill>
                <a:srgbClr val="01F10C"/>
              </a:solidFill>
            </a:endParaRP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78BB33E3-EC67-1775-98D9-582AB0A23A7A}"/>
              </a:ext>
            </a:extLst>
          </p:cNvPr>
          <p:cNvSpPr/>
          <p:nvPr/>
        </p:nvSpPr>
        <p:spPr>
          <a:xfrm>
            <a:off x="219070" y="1053007"/>
            <a:ext cx="5348103" cy="5457159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 w="28575">
            <a:solidFill>
              <a:srgbClr val="00C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51A41DDC-3521-4428-F7E2-AE00CA484243}"/>
              </a:ext>
            </a:extLst>
          </p:cNvPr>
          <p:cNvSpPr txBox="1"/>
          <p:nvPr/>
        </p:nvSpPr>
        <p:spPr>
          <a:xfrm>
            <a:off x="428092" y="2034831"/>
            <a:ext cx="4917804" cy="38779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>
                <a:solidFill>
                  <a:srgbClr val="01F10C"/>
                </a:solidFill>
                <a:latin typeface="Berlin Sans FB"/>
              </a:rPr>
              <a:t>Node.js környezet</a:t>
            </a:r>
            <a:endParaRPr lang="hu-HU" sz="360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>
                <a:solidFill>
                  <a:srgbClr val="01F10C"/>
                </a:solidFill>
                <a:latin typeface="Berlin Sans FB"/>
              </a:rPr>
              <a:t>Express keretrendszer</a:t>
            </a:r>
            <a:endParaRPr lang="hu-HU" sz="360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>
                <a:solidFill>
                  <a:srgbClr val="01F10C"/>
                </a:solidFill>
                <a:latin typeface="Berlin Sans FB"/>
              </a:rPr>
              <a:t>Rest API alapú kommunikáció</a:t>
            </a:r>
            <a:endParaRPr lang="hu-HU" sz="3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</p:txBody>
      </p:sp>
      <p:pic>
        <p:nvPicPr>
          <p:cNvPr id="3" name="Kép 2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56623FA1-32CB-34DF-6DAC-FC4CB81CF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607" y="1369742"/>
            <a:ext cx="3847710" cy="4824760"/>
          </a:xfrm>
          <a:prstGeom prst="rect">
            <a:avLst/>
          </a:prstGeom>
        </p:spPr>
      </p:pic>
      <p:sp>
        <p:nvSpPr>
          <p:cNvPr id="4" name="Téglalap 3">
            <a:extLst>
              <a:ext uri="{FF2B5EF4-FFF2-40B4-BE49-F238E27FC236}">
                <a16:creationId xmlns:a16="http://schemas.microsoft.com/office/drawing/2014/main" id="{DECD01B4-FC90-7BBB-35DB-90164FE56B42}"/>
              </a:ext>
            </a:extLst>
          </p:cNvPr>
          <p:cNvSpPr/>
          <p:nvPr/>
        </p:nvSpPr>
        <p:spPr>
          <a:xfrm>
            <a:off x="7269054" y="1368284"/>
            <a:ext cx="3844691" cy="4829716"/>
          </a:xfrm>
          <a:prstGeom prst="rect">
            <a:avLst/>
          </a:prstGeom>
          <a:noFill/>
          <a:ln w="28575">
            <a:solidFill>
              <a:srgbClr val="01F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9739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55BFE73-42A6-43DC-9A9C-54E273644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AB0E525-7BB4-44CA-BAA3-D58CCFA74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64" y="845857"/>
            <a:ext cx="11760551" cy="892149"/>
          </a:xfrm>
        </p:spPr>
        <p:txBody>
          <a:bodyPr>
            <a:noAutofit/>
          </a:bodyPr>
          <a:lstStyle/>
          <a:p>
            <a:r>
              <a:rPr lang="hu-HU" sz="3600" dirty="0">
                <a:solidFill>
                  <a:srgbClr val="01F10C"/>
                </a:solidFill>
              </a:rPr>
              <a:t>Adatbázis tervezése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F13CECCD-82D0-4D36-9960-729EDAA415F7}"/>
              </a:ext>
            </a:extLst>
          </p:cNvPr>
          <p:cNvSpPr/>
          <p:nvPr/>
        </p:nvSpPr>
        <p:spPr>
          <a:xfrm>
            <a:off x="182265" y="2198038"/>
            <a:ext cx="4530217" cy="3798492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 w="28575">
            <a:solidFill>
              <a:srgbClr val="00C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BB60E4A7-BDC7-4213-A8A0-5A59846A409A}"/>
              </a:ext>
            </a:extLst>
          </p:cNvPr>
          <p:cNvSpPr txBox="1"/>
          <p:nvPr/>
        </p:nvSpPr>
        <p:spPr>
          <a:xfrm>
            <a:off x="182265" y="2198037"/>
            <a:ext cx="453021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600" dirty="0">
                <a:solidFill>
                  <a:srgbClr val="01F10C"/>
                </a:solidFill>
                <a:latin typeface="Berlin Sans FB" panose="020E0602020502020306" pitchFamily="34" charset="0"/>
              </a:rPr>
              <a:t>3 fő tábla: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6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Users</a:t>
            </a:r>
            <a:endParaRPr lang="hu-HU" sz="2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6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Orders</a:t>
            </a:r>
            <a:endParaRPr lang="hu-HU" sz="2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600" dirty="0" err="1">
                <a:solidFill>
                  <a:srgbClr val="01F10C"/>
                </a:solidFill>
                <a:latin typeface="Berlin Sans FB" panose="020E0602020502020306" pitchFamily="34" charset="0"/>
              </a:rPr>
              <a:t>Order_messages</a:t>
            </a:r>
            <a:endParaRPr lang="hu-HU" sz="2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lvl="1"/>
            <a:endParaRPr lang="hu-HU" sz="2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600" dirty="0">
                <a:solidFill>
                  <a:srgbClr val="01F10C"/>
                </a:solidFill>
                <a:latin typeface="Berlin Sans FB" panose="020E0602020502020306" pitchFamily="34" charset="0"/>
              </a:rPr>
              <a:t>Kapcsolatok és kulcsok</a:t>
            </a:r>
          </a:p>
          <a:p>
            <a:endParaRPr lang="hu-HU" sz="2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600" dirty="0">
                <a:solidFill>
                  <a:srgbClr val="01F10C"/>
                </a:solidFill>
                <a:latin typeface="Berlin Sans FB" panose="020E0602020502020306" pitchFamily="34" charset="0"/>
              </a:rPr>
              <a:t>Normalizált szerkezet (3NF)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3128447-4DC8-436E-ABA5-E29B28A9D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672" y="2198040"/>
            <a:ext cx="6981145" cy="3798492"/>
          </a:xfrm>
          <a:prstGeom prst="rect">
            <a:avLst/>
          </a:prstGeom>
        </p:spPr>
      </p:pic>
      <p:sp>
        <p:nvSpPr>
          <p:cNvPr id="8" name="Téglalap 7">
            <a:extLst>
              <a:ext uri="{FF2B5EF4-FFF2-40B4-BE49-F238E27FC236}">
                <a16:creationId xmlns:a16="http://schemas.microsoft.com/office/drawing/2014/main" id="{EEEA8F3C-D540-400A-962A-86DC1F627C41}"/>
              </a:ext>
            </a:extLst>
          </p:cNvPr>
          <p:cNvSpPr/>
          <p:nvPr/>
        </p:nvSpPr>
        <p:spPr>
          <a:xfrm>
            <a:off x="4961671" y="2198038"/>
            <a:ext cx="6981145" cy="3798492"/>
          </a:xfrm>
          <a:prstGeom prst="rect">
            <a:avLst/>
          </a:prstGeom>
          <a:noFill/>
          <a:ln w="38100" cap="flat" cmpd="sng" algn="ctr">
            <a:solidFill>
              <a:srgbClr val="01F10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6818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138D6-A355-DBD9-75E1-0C5B09970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37FCEF95-BFDF-F6EA-29D0-1B2816216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02F74C0-95C9-24F7-9333-20F44CD5E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64" y="845857"/>
            <a:ext cx="11760551" cy="892149"/>
          </a:xfrm>
        </p:spPr>
        <p:txBody>
          <a:bodyPr>
            <a:noAutofit/>
          </a:bodyPr>
          <a:lstStyle/>
          <a:p>
            <a:r>
              <a:rPr lang="hu-HU" sz="3600">
                <a:solidFill>
                  <a:srgbClr val="01F10C"/>
                </a:solidFill>
              </a:rPr>
              <a:t>Elkészült adatbázis</a:t>
            </a:r>
            <a:endParaRPr lang="hu-HU" sz="3600" dirty="0">
              <a:solidFill>
                <a:srgbClr val="01F10C"/>
              </a:solidFill>
            </a:endParaRP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EFDE37E8-82D2-2AED-6C15-25F2D8B6AAAC}"/>
              </a:ext>
            </a:extLst>
          </p:cNvPr>
          <p:cNvSpPr/>
          <p:nvPr/>
        </p:nvSpPr>
        <p:spPr>
          <a:xfrm>
            <a:off x="182265" y="2198038"/>
            <a:ext cx="4530217" cy="3798492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 w="28575">
            <a:solidFill>
              <a:srgbClr val="00C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2EC9DCEB-3749-864D-433E-E2D8A0A0F101}"/>
              </a:ext>
            </a:extLst>
          </p:cNvPr>
          <p:cNvSpPr txBox="1"/>
          <p:nvPr/>
        </p:nvSpPr>
        <p:spPr>
          <a:xfrm>
            <a:off x="182265" y="2198037"/>
            <a:ext cx="4530217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600">
                <a:solidFill>
                  <a:srgbClr val="01F10C"/>
                </a:solidFill>
                <a:latin typeface="Berlin Sans FB"/>
              </a:rPr>
              <a:t>Chat üzenetek tárolása</a:t>
            </a:r>
            <a:endParaRPr lang="hu-HU" sz="26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6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600">
                <a:solidFill>
                  <a:srgbClr val="01F10C"/>
                </a:solidFill>
                <a:latin typeface="Berlin Sans FB"/>
              </a:rPr>
              <a:t>Küldő, időbélyeg</a:t>
            </a:r>
            <a:endParaRPr lang="hu-HU" sz="26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6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600">
                <a:solidFill>
                  <a:srgbClr val="01F10C"/>
                </a:solidFill>
                <a:latin typeface="Berlin Sans FB"/>
              </a:rPr>
              <a:t>Kapcsolat rendeléshez és felhasználóhoz</a:t>
            </a:r>
            <a:endParaRPr lang="hu-HU" sz="26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6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600">
                <a:solidFill>
                  <a:srgbClr val="01F10C"/>
                </a:solidFill>
                <a:latin typeface="Berlin Sans FB"/>
              </a:rPr>
              <a:t>Valós idejű kommunikáció alapjai</a:t>
            </a:r>
            <a:endParaRPr lang="hu-HU" sz="2600" dirty="0">
              <a:solidFill>
                <a:srgbClr val="01F10C"/>
              </a:solidFill>
              <a:latin typeface="Berlin Sans FB"/>
            </a:endParaRP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0F46A786-34B3-C320-FDD6-3303A03B3654}"/>
              </a:ext>
            </a:extLst>
          </p:cNvPr>
          <p:cNvSpPr/>
          <p:nvPr/>
        </p:nvSpPr>
        <p:spPr>
          <a:xfrm>
            <a:off x="4961671" y="2198038"/>
            <a:ext cx="6981145" cy="3798492"/>
          </a:xfrm>
          <a:prstGeom prst="rect">
            <a:avLst/>
          </a:prstGeom>
          <a:noFill/>
          <a:ln w="38100" cap="flat" cmpd="sng" algn="ctr">
            <a:solidFill>
              <a:srgbClr val="01F10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 descr="A képen szöveg, képernyőkép, szoftver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ED4C3436-5E68-7617-A1DB-2553EE593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994" y="2199161"/>
            <a:ext cx="6978443" cy="379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97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E673-BFA0-DD02-B79C-5C21C4BFF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4C6DE3D0-545A-D129-C998-406987A63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D839A58D-3CBE-60FE-DA20-D2F7340AD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37329" y="0"/>
            <a:ext cx="10353761" cy="1053736"/>
          </a:xfrm>
        </p:spPr>
        <p:txBody>
          <a:bodyPr>
            <a:normAutofit/>
          </a:bodyPr>
          <a:lstStyle/>
          <a:p>
            <a:r>
              <a:rPr lang="hu-HU" sz="4000">
                <a:solidFill>
                  <a:srgbClr val="01F10C"/>
                </a:solidFill>
              </a:rPr>
              <a:t>Frontend</a:t>
            </a:r>
            <a:endParaRPr lang="hu-HU" sz="4000" dirty="0">
              <a:solidFill>
                <a:srgbClr val="01F10C"/>
              </a:solidFill>
            </a:endParaRP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6631FC1A-ED6B-1761-7679-E24788132265}"/>
              </a:ext>
            </a:extLst>
          </p:cNvPr>
          <p:cNvSpPr/>
          <p:nvPr/>
        </p:nvSpPr>
        <p:spPr>
          <a:xfrm>
            <a:off x="870781" y="1053007"/>
            <a:ext cx="5348103" cy="5457159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 w="28575">
            <a:solidFill>
              <a:srgbClr val="00C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33F52F3-0399-C7F5-6958-A9C6AA8372C2}"/>
              </a:ext>
            </a:extLst>
          </p:cNvPr>
          <p:cNvSpPr txBox="1"/>
          <p:nvPr/>
        </p:nvSpPr>
        <p:spPr>
          <a:xfrm>
            <a:off x="1085930" y="1457204"/>
            <a:ext cx="4917804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>
                <a:solidFill>
                  <a:srgbClr val="01F10C"/>
                </a:solidFill>
                <a:latin typeface="Berlin Sans FB"/>
              </a:rPr>
              <a:t>React + Vite</a:t>
            </a:r>
            <a:endParaRPr lang="hu-HU" sz="3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>
                <a:solidFill>
                  <a:srgbClr val="01F10C"/>
                </a:solidFill>
                <a:latin typeface="Berlin Sans FB"/>
              </a:rPr>
              <a:t>ReactBootstrap, Bootstrap</a:t>
            </a:r>
            <a:endParaRPr lang="hu-HU" sz="360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>
                <a:solidFill>
                  <a:srgbClr val="01F10C"/>
                </a:solidFill>
                <a:latin typeface="Berlin Sans FB"/>
              </a:rPr>
              <a:t>Komponens alapú felépítés</a:t>
            </a:r>
            <a:endParaRPr lang="hu-HU" sz="3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</p:txBody>
      </p:sp>
      <p:pic>
        <p:nvPicPr>
          <p:cNvPr id="7" name="Kép 6" descr="A képen szöveg, képernyőkép, menü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F4F62F98-FCDD-71B3-DDD2-A9280497D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172" y="525630"/>
            <a:ext cx="2336131" cy="6067425"/>
          </a:xfrm>
          <a:prstGeom prst="rect">
            <a:avLst/>
          </a:prstGeom>
        </p:spPr>
      </p:pic>
      <p:sp>
        <p:nvSpPr>
          <p:cNvPr id="9" name="Téglalap 8">
            <a:extLst>
              <a:ext uri="{FF2B5EF4-FFF2-40B4-BE49-F238E27FC236}">
                <a16:creationId xmlns:a16="http://schemas.microsoft.com/office/drawing/2014/main" id="{E759B48B-11B4-D516-6B9D-152AF792A62B}"/>
              </a:ext>
            </a:extLst>
          </p:cNvPr>
          <p:cNvSpPr/>
          <p:nvPr/>
        </p:nvSpPr>
        <p:spPr>
          <a:xfrm>
            <a:off x="8071183" y="531394"/>
            <a:ext cx="2338136" cy="6067926"/>
          </a:xfrm>
          <a:prstGeom prst="rect">
            <a:avLst/>
          </a:prstGeom>
          <a:noFill/>
          <a:ln w="28575">
            <a:solidFill>
              <a:srgbClr val="01F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2626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30508-F766-F20D-FBBD-64849C1D1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8847383B-AF26-80AA-D469-DA13B5CD7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870223A3-0DA1-513B-579D-83EF4A00F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5" y="0"/>
            <a:ext cx="10353761" cy="1053736"/>
          </a:xfrm>
        </p:spPr>
        <p:txBody>
          <a:bodyPr>
            <a:normAutofit/>
          </a:bodyPr>
          <a:lstStyle/>
          <a:p>
            <a:r>
              <a:rPr lang="hu-HU" sz="4000">
                <a:solidFill>
                  <a:srgbClr val="01F10C"/>
                </a:solidFill>
              </a:rPr>
              <a:t>Reszponzivitás</a:t>
            </a:r>
            <a:endParaRPr lang="hu-HU" sz="4000" dirty="0">
              <a:solidFill>
                <a:srgbClr val="01F10C"/>
              </a:solidFill>
            </a:endParaRPr>
          </a:p>
        </p:txBody>
      </p:sp>
      <p:pic>
        <p:nvPicPr>
          <p:cNvPr id="3" name="Kép 2" descr="A képen szöveg, képernyőkép, szoftver, kör látható&#10;&#10;Lehet, hogy az AI által létrehozott tartalom helytelen.">
            <a:extLst>
              <a:ext uri="{FF2B5EF4-FFF2-40B4-BE49-F238E27FC236}">
                <a16:creationId xmlns:a16="http://schemas.microsoft.com/office/drawing/2014/main" id="{4AAF964F-2744-E478-34AB-F62A60565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851" y="982578"/>
            <a:ext cx="2603712" cy="5564606"/>
          </a:xfrm>
          <a:prstGeom prst="rect">
            <a:avLst/>
          </a:prstGeom>
        </p:spPr>
      </p:pic>
      <p:pic>
        <p:nvPicPr>
          <p:cNvPr id="4" name="Kép 3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BAD07F06-6893-36B2-0E87-76CEA8C49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006" y="992875"/>
            <a:ext cx="2643679" cy="5564606"/>
          </a:xfrm>
          <a:prstGeom prst="rect">
            <a:avLst/>
          </a:prstGeom>
        </p:spPr>
      </p:pic>
      <p:pic>
        <p:nvPicPr>
          <p:cNvPr id="10" name="Kép 9" descr="A képen szöveg, elektronika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910E66C0-B067-6BBD-02EB-95C38577E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59" y="992875"/>
            <a:ext cx="2763906" cy="5556206"/>
          </a:xfrm>
          <a:prstGeom prst="rect">
            <a:avLst/>
          </a:prstGeom>
        </p:spPr>
      </p:pic>
      <p:sp>
        <p:nvSpPr>
          <p:cNvPr id="11" name="Téglalap 10">
            <a:extLst>
              <a:ext uri="{FF2B5EF4-FFF2-40B4-BE49-F238E27FC236}">
                <a16:creationId xmlns:a16="http://schemas.microsoft.com/office/drawing/2014/main" id="{4FC5E73B-AFB1-FEBC-1B57-FD685B3E837B}"/>
              </a:ext>
            </a:extLst>
          </p:cNvPr>
          <p:cNvSpPr/>
          <p:nvPr/>
        </p:nvSpPr>
        <p:spPr>
          <a:xfrm>
            <a:off x="1173079" y="992605"/>
            <a:ext cx="2598821" cy="5556584"/>
          </a:xfrm>
          <a:prstGeom prst="rect">
            <a:avLst/>
          </a:prstGeom>
          <a:noFill/>
          <a:ln>
            <a:solidFill>
              <a:srgbClr val="01F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DFE0D0EE-5142-EC19-0E49-CBD2A3CC61F7}"/>
              </a:ext>
            </a:extLst>
          </p:cNvPr>
          <p:cNvSpPr/>
          <p:nvPr/>
        </p:nvSpPr>
        <p:spPr>
          <a:xfrm>
            <a:off x="4772526" y="992604"/>
            <a:ext cx="2598821" cy="5556584"/>
          </a:xfrm>
          <a:prstGeom prst="rect">
            <a:avLst/>
          </a:prstGeom>
          <a:noFill/>
          <a:ln>
            <a:solidFill>
              <a:srgbClr val="01F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F385E0BE-CDB1-E4EE-FF20-D479C2DD0CFB}"/>
              </a:ext>
            </a:extLst>
          </p:cNvPr>
          <p:cNvSpPr/>
          <p:nvPr/>
        </p:nvSpPr>
        <p:spPr>
          <a:xfrm>
            <a:off x="8422105" y="982578"/>
            <a:ext cx="2759242" cy="5576636"/>
          </a:xfrm>
          <a:prstGeom prst="rect">
            <a:avLst/>
          </a:prstGeom>
          <a:noFill/>
          <a:ln>
            <a:solidFill>
              <a:srgbClr val="01F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0612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BF38A-EAE0-8A24-7655-0874AE6D0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8DD24461-AAF4-3914-C90F-E8AC076B5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5EA53393-AA99-AFC9-8D1C-523CA3816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5" y="0"/>
            <a:ext cx="10353761" cy="1053736"/>
          </a:xfrm>
        </p:spPr>
        <p:txBody>
          <a:bodyPr>
            <a:normAutofit/>
          </a:bodyPr>
          <a:lstStyle/>
          <a:p>
            <a:r>
              <a:rPr lang="hu-HU" sz="4000">
                <a:solidFill>
                  <a:srgbClr val="01F10C"/>
                </a:solidFill>
              </a:rPr>
              <a:t>Csapatfelosztás</a:t>
            </a:r>
            <a:endParaRPr lang="hu-HU" sz="4000" dirty="0">
              <a:solidFill>
                <a:srgbClr val="01F10C"/>
              </a:solidFill>
            </a:endParaRP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D49B2C24-1759-8E6B-945B-4A32A2ED0256}"/>
              </a:ext>
            </a:extLst>
          </p:cNvPr>
          <p:cNvSpPr/>
          <p:nvPr/>
        </p:nvSpPr>
        <p:spPr>
          <a:xfrm>
            <a:off x="359439" y="1053006"/>
            <a:ext cx="3613550" cy="5417055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 w="28575">
            <a:solidFill>
              <a:srgbClr val="00C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223F2F64-5320-B5C4-715D-52877364A1E9}"/>
              </a:ext>
            </a:extLst>
          </p:cNvPr>
          <p:cNvSpPr txBox="1"/>
          <p:nvPr/>
        </p:nvSpPr>
        <p:spPr>
          <a:xfrm>
            <a:off x="474325" y="2138993"/>
            <a:ext cx="3383777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>
                <a:solidFill>
                  <a:srgbClr val="01F10C"/>
                </a:solidFill>
                <a:latin typeface="Berlin Sans FB"/>
              </a:rPr>
              <a:t>Backend szerver</a:t>
            </a: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>
                <a:solidFill>
                  <a:srgbClr val="01F10C"/>
                </a:solidFill>
                <a:latin typeface="Berlin Sans FB"/>
              </a:rPr>
              <a:t>Controller</a:t>
            </a:r>
            <a:endParaRPr lang="hu-HU" sz="30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>
                <a:solidFill>
                  <a:srgbClr val="01F10C"/>
                </a:solidFill>
                <a:latin typeface="Berlin Sans FB"/>
              </a:rPr>
              <a:t>Asztali alkalmazás</a:t>
            </a: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753CAD71-16AF-F6AB-F666-AA055A2DB570}"/>
              </a:ext>
            </a:extLst>
          </p:cNvPr>
          <p:cNvSpPr/>
          <p:nvPr/>
        </p:nvSpPr>
        <p:spPr>
          <a:xfrm>
            <a:off x="4269702" y="1053006"/>
            <a:ext cx="3633603" cy="5417055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 w="28575">
            <a:solidFill>
              <a:srgbClr val="00C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37D0E87B-AF20-517B-5B55-0129AEC68F7B}"/>
              </a:ext>
            </a:extLst>
          </p:cNvPr>
          <p:cNvSpPr/>
          <p:nvPr/>
        </p:nvSpPr>
        <p:spPr>
          <a:xfrm>
            <a:off x="8240122" y="1032955"/>
            <a:ext cx="3623578" cy="5437107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 w="28575">
            <a:solidFill>
              <a:srgbClr val="00C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732EC79A-7CB8-C175-6122-7A96A35B5EE2}"/>
              </a:ext>
            </a:extLst>
          </p:cNvPr>
          <p:cNvSpPr txBox="1">
            <a:spLocks/>
          </p:cNvSpPr>
          <p:nvPr/>
        </p:nvSpPr>
        <p:spPr>
          <a:xfrm>
            <a:off x="690519" y="1155031"/>
            <a:ext cx="3054603" cy="702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u-HU" sz="2800">
                <a:solidFill>
                  <a:srgbClr val="01F10C"/>
                </a:solidFill>
              </a:rPr>
              <a:t>Simó Zsolt</a:t>
            </a:r>
            <a:endParaRPr lang="hu-HU" sz="2800"/>
          </a:p>
        </p:txBody>
      </p:sp>
      <p:sp>
        <p:nvSpPr>
          <p:cNvPr id="10" name="Cím 1">
            <a:extLst>
              <a:ext uri="{FF2B5EF4-FFF2-40B4-BE49-F238E27FC236}">
                <a16:creationId xmlns:a16="http://schemas.microsoft.com/office/drawing/2014/main" id="{118B1B89-D005-51CF-345B-5564AB251523}"/>
              </a:ext>
            </a:extLst>
          </p:cNvPr>
          <p:cNvSpPr txBox="1">
            <a:spLocks/>
          </p:cNvSpPr>
          <p:nvPr/>
        </p:nvSpPr>
        <p:spPr>
          <a:xfrm>
            <a:off x="4550650" y="1155031"/>
            <a:ext cx="3054603" cy="702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u-HU" sz="2400">
                <a:solidFill>
                  <a:srgbClr val="01F10C"/>
                </a:solidFill>
              </a:rPr>
              <a:t>Farkas Miklós</a:t>
            </a:r>
            <a:endParaRPr lang="hu-HU" sz="2400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2EB97A49-3BBA-7CB6-B7E9-5A498D18E9F6}"/>
              </a:ext>
            </a:extLst>
          </p:cNvPr>
          <p:cNvSpPr txBox="1">
            <a:spLocks/>
          </p:cNvSpPr>
          <p:nvPr/>
        </p:nvSpPr>
        <p:spPr>
          <a:xfrm>
            <a:off x="8440861" y="1155030"/>
            <a:ext cx="3255128" cy="7028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u-HU" sz="2400">
                <a:solidFill>
                  <a:srgbClr val="01F10C"/>
                </a:solidFill>
              </a:rPr>
              <a:t>Medgyes Vendel</a:t>
            </a:r>
            <a:endParaRPr lang="hu-HU" sz="2400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5A6E3107-991C-D7AE-2ABA-0B463FF70131}"/>
              </a:ext>
            </a:extLst>
          </p:cNvPr>
          <p:cNvSpPr txBox="1"/>
          <p:nvPr/>
        </p:nvSpPr>
        <p:spPr>
          <a:xfrm>
            <a:off x="4384588" y="2138993"/>
            <a:ext cx="3383777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>
                <a:solidFill>
                  <a:srgbClr val="01F10C"/>
                </a:solidFill>
                <a:latin typeface="Berlin Sans FB"/>
              </a:rPr>
              <a:t>Frontend</a:t>
            </a: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>
                <a:solidFill>
                  <a:srgbClr val="01F10C"/>
                </a:solidFill>
                <a:latin typeface="Berlin Sans FB"/>
              </a:rPr>
              <a:t>Controller</a:t>
            </a:r>
            <a:endParaRPr lang="hu-HU" sz="30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>
                <a:solidFill>
                  <a:srgbClr val="01F10C"/>
                </a:solidFill>
                <a:latin typeface="Berlin Sans FB"/>
              </a:rPr>
              <a:t>Dokumentáció</a:t>
            </a:r>
            <a:endParaRPr lang="hu-HU" sz="300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519BF3D8-DE91-05E8-C295-6F8D3C89C278}"/>
              </a:ext>
            </a:extLst>
          </p:cNvPr>
          <p:cNvSpPr txBox="1"/>
          <p:nvPr/>
        </p:nvSpPr>
        <p:spPr>
          <a:xfrm>
            <a:off x="8355009" y="2138993"/>
            <a:ext cx="3383777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>
                <a:solidFill>
                  <a:srgbClr val="01F10C"/>
                </a:solidFill>
                <a:latin typeface="Berlin Sans FB"/>
              </a:rPr>
              <a:t>Adatbázis</a:t>
            </a: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>
                <a:solidFill>
                  <a:srgbClr val="01F10C"/>
                </a:solidFill>
                <a:latin typeface="Berlin Sans FB"/>
              </a:rPr>
              <a:t>Tesztelés</a:t>
            </a:r>
            <a:endParaRPr lang="hu-HU" sz="30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000">
                <a:solidFill>
                  <a:srgbClr val="01F10C"/>
                </a:solidFill>
                <a:latin typeface="Berlin Sans FB"/>
              </a:rPr>
              <a:t>Dokumentáció</a:t>
            </a:r>
            <a:endParaRPr lang="hu-HU" sz="300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225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DBE83-A67D-9EB2-A3EC-36C51B4FC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C353DB0C-0934-B3B8-0917-1253AE468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159DAE13-FAA4-C78C-0AB8-8EC7D6A1D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5" y="0"/>
            <a:ext cx="10353761" cy="1053736"/>
          </a:xfrm>
        </p:spPr>
        <p:txBody>
          <a:bodyPr>
            <a:normAutofit/>
          </a:bodyPr>
          <a:lstStyle/>
          <a:p>
            <a:r>
              <a:rPr lang="hu-HU" sz="4000">
                <a:solidFill>
                  <a:srgbClr val="01F10C"/>
                </a:solidFill>
              </a:rPr>
              <a:t>Jövöbeli tervek</a:t>
            </a:r>
            <a:endParaRPr lang="hu-HU" sz="4000" dirty="0">
              <a:solidFill>
                <a:srgbClr val="01F10C"/>
              </a:solidFill>
            </a:endParaRP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A3F1B03C-D66C-A957-BCBA-B93C7A606E51}"/>
              </a:ext>
            </a:extLst>
          </p:cNvPr>
          <p:cNvSpPr/>
          <p:nvPr/>
        </p:nvSpPr>
        <p:spPr>
          <a:xfrm>
            <a:off x="569992" y="1053007"/>
            <a:ext cx="5348103" cy="5457159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 w="28575">
            <a:solidFill>
              <a:srgbClr val="00C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F4567934-CAC1-FF63-0CBD-C6AD60624F29}"/>
              </a:ext>
            </a:extLst>
          </p:cNvPr>
          <p:cNvSpPr txBox="1"/>
          <p:nvPr/>
        </p:nvSpPr>
        <p:spPr>
          <a:xfrm>
            <a:off x="785141" y="2702695"/>
            <a:ext cx="4917804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>
                <a:solidFill>
                  <a:srgbClr val="01F10C"/>
                </a:solidFill>
                <a:latin typeface="Berlin Sans FB"/>
              </a:rPr>
              <a:t>Online fizetés</a:t>
            </a:r>
            <a:endParaRPr lang="hu-HU" sz="3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>
                <a:solidFill>
                  <a:srgbClr val="01F10C"/>
                </a:solidFill>
                <a:latin typeface="Berlin Sans FB"/>
              </a:rPr>
              <a:t>Nyelvforditó gomb</a:t>
            </a:r>
            <a:endParaRPr lang="hu-HU" sz="36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  <a:p>
            <a:endParaRPr lang="hu-HU" sz="3000" dirty="0">
              <a:solidFill>
                <a:srgbClr val="01F10C"/>
              </a:solidFill>
              <a:latin typeface="Berlin Sans FB" panose="020E0602020502020306" pitchFamily="34" charset="0"/>
            </a:endParaRPr>
          </a:p>
        </p:txBody>
      </p:sp>
      <p:pic>
        <p:nvPicPr>
          <p:cNvPr id="13" name="Kép 12" descr="The Top 10 Most Popular Online Payment Solutions">
            <a:extLst>
              <a:ext uri="{FF2B5EF4-FFF2-40B4-BE49-F238E27FC236}">
                <a16:creationId xmlns:a16="http://schemas.microsoft.com/office/drawing/2014/main" id="{4F0DF4D4-4FCB-E154-A46C-C3D07ADB59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82" t="78" r="14223" b="-78"/>
          <a:stretch>
            <a:fillRect/>
          </a:stretch>
        </p:blipFill>
        <p:spPr>
          <a:xfrm>
            <a:off x="6356350" y="1291167"/>
            <a:ext cx="5501862" cy="492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56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4B32B-6716-99BD-5EE1-331548D1A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E21C58D9-179B-122E-836A-142558682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94CADF1D-B1E9-95BD-4AAB-6AA6FF7A3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523" y="2992335"/>
            <a:ext cx="9408954" cy="863600"/>
          </a:xfrm>
        </p:spPr>
        <p:txBody>
          <a:bodyPr/>
          <a:lstStyle/>
          <a:p>
            <a:r>
              <a:rPr lang="hu-HU">
                <a:solidFill>
                  <a:srgbClr val="01F10C"/>
                </a:solidFill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4058511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6D8C60"/>
      </a:dk2>
      <a:lt2>
        <a:srgbClr val="B1D7A1"/>
      </a:lt2>
      <a:accent1>
        <a:srgbClr val="81B992"/>
      </a:accent1>
      <a:accent2>
        <a:srgbClr val="9ABC65"/>
      </a:accent2>
      <a:accent3>
        <a:srgbClr val="BDB564"/>
      </a:accent3>
      <a:accent4>
        <a:srgbClr val="BD8964"/>
      </a:accent4>
      <a:accent5>
        <a:srgbClr val="BD6466"/>
      </a:accent5>
      <a:accent6>
        <a:srgbClr val="64A4BD"/>
      </a:accent6>
      <a:hlink>
        <a:srgbClr val="8CCC71"/>
      </a:hlink>
      <a:folHlink>
        <a:srgbClr val="A4C79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4539428D-6454-4FE6-B992-2D59F0AC2F89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Damaszt</Template>
  <TotalTime>92</TotalTime>
  <Words>163</Words>
  <Application>Microsoft Office PowerPoint</Application>
  <PresentationFormat>Szélesvásznú</PresentationFormat>
  <Paragraphs>66</Paragraphs>
  <Slides>13</Slides>
  <Notes>1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4" baseType="lpstr">
      <vt:lpstr>Damask</vt:lpstr>
      <vt:lpstr>Nexusdev - Vizsgaremek</vt:lpstr>
      <vt:lpstr>Alapötlet</vt:lpstr>
      <vt:lpstr>Mik voltak a céljaink?</vt:lpstr>
      <vt:lpstr>Felhasznált technológiák/ fejlesztői környezetek</vt:lpstr>
      <vt:lpstr>Program funkciói</vt:lpstr>
      <vt:lpstr>Backend</vt:lpstr>
      <vt:lpstr>Adatbázis tervezése</vt:lpstr>
      <vt:lpstr>Elkészült adatbázis</vt:lpstr>
      <vt:lpstr>Frontend</vt:lpstr>
      <vt:lpstr>Reszponzivitás</vt:lpstr>
      <vt:lpstr>Csapatfelosztás</vt:lpstr>
      <vt:lpstr>Jövöbeli tervek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Nexusdev</dc:title>
  <dc:creator>Farkas Miklós Tibor 171</dc:creator>
  <cp:lastModifiedBy>Farkas Miklós Tibor 171</cp:lastModifiedBy>
  <cp:revision>293</cp:revision>
  <dcterms:created xsi:type="dcterms:W3CDTF">2026-03-17T12:12:11Z</dcterms:created>
  <dcterms:modified xsi:type="dcterms:W3CDTF">2026-04-12T16:24:12Z</dcterms:modified>
</cp:coreProperties>
</file>